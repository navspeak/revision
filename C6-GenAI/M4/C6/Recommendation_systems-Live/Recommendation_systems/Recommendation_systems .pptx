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69"/>
  </p:notesMasterIdLst>
  <p:handoutMasterIdLst>
    <p:handoutMasterId r:id="rId70"/>
  </p:handoutMasterIdLst>
  <p:sldIdLst>
    <p:sldId id="332" r:id="rId2"/>
    <p:sldId id="314" r:id="rId3"/>
    <p:sldId id="398" r:id="rId4"/>
    <p:sldId id="399" r:id="rId5"/>
    <p:sldId id="417" r:id="rId6"/>
    <p:sldId id="400" r:id="rId7"/>
    <p:sldId id="401" r:id="rId8"/>
    <p:sldId id="402" r:id="rId9"/>
    <p:sldId id="403" r:id="rId10"/>
    <p:sldId id="404" r:id="rId11"/>
    <p:sldId id="405" r:id="rId12"/>
    <p:sldId id="406" r:id="rId13"/>
    <p:sldId id="407" r:id="rId14"/>
    <p:sldId id="408" r:id="rId15"/>
    <p:sldId id="409" r:id="rId16"/>
    <p:sldId id="410" r:id="rId17"/>
    <p:sldId id="411" r:id="rId18"/>
    <p:sldId id="412" r:id="rId19"/>
    <p:sldId id="414" r:id="rId20"/>
    <p:sldId id="415" r:id="rId21"/>
    <p:sldId id="416" r:id="rId22"/>
    <p:sldId id="418" r:id="rId23"/>
    <p:sldId id="419" r:id="rId24"/>
    <p:sldId id="420" r:id="rId25"/>
    <p:sldId id="421" r:id="rId26"/>
    <p:sldId id="422" r:id="rId27"/>
    <p:sldId id="423" r:id="rId28"/>
    <p:sldId id="462" r:id="rId29"/>
    <p:sldId id="424" r:id="rId30"/>
    <p:sldId id="425" r:id="rId31"/>
    <p:sldId id="463" r:id="rId32"/>
    <p:sldId id="426" r:id="rId33"/>
    <p:sldId id="427" r:id="rId34"/>
    <p:sldId id="428" r:id="rId35"/>
    <p:sldId id="429" r:id="rId36"/>
    <p:sldId id="430" r:id="rId37"/>
    <p:sldId id="431" r:id="rId38"/>
    <p:sldId id="432" r:id="rId39"/>
    <p:sldId id="433" r:id="rId40"/>
    <p:sldId id="434" r:id="rId41"/>
    <p:sldId id="435" r:id="rId42"/>
    <p:sldId id="436" r:id="rId43"/>
    <p:sldId id="437" r:id="rId44"/>
    <p:sldId id="438" r:id="rId45"/>
    <p:sldId id="439" r:id="rId46"/>
    <p:sldId id="440" r:id="rId47"/>
    <p:sldId id="441" r:id="rId48"/>
    <p:sldId id="442" r:id="rId49"/>
    <p:sldId id="443" r:id="rId50"/>
    <p:sldId id="444" r:id="rId51"/>
    <p:sldId id="445" r:id="rId52"/>
    <p:sldId id="446" r:id="rId53"/>
    <p:sldId id="447" r:id="rId54"/>
    <p:sldId id="448" r:id="rId55"/>
    <p:sldId id="449" r:id="rId56"/>
    <p:sldId id="450" r:id="rId57"/>
    <p:sldId id="451" r:id="rId58"/>
    <p:sldId id="452" r:id="rId59"/>
    <p:sldId id="453" r:id="rId60"/>
    <p:sldId id="454" r:id="rId61"/>
    <p:sldId id="455" r:id="rId62"/>
    <p:sldId id="456" r:id="rId63"/>
    <p:sldId id="457" r:id="rId64"/>
    <p:sldId id="458" r:id="rId65"/>
    <p:sldId id="459" r:id="rId66"/>
    <p:sldId id="460" r:id="rId67"/>
    <p:sldId id="461" r:id="rId68"/>
  </p:sldIdLst>
  <p:sldSz cx="9144000" cy="5143500" type="screen16x9"/>
  <p:notesSz cx="6858000" cy="9144000"/>
  <p:embeddedFontLst>
    <p:embeddedFont>
      <p:font typeface="Proxima Nova" panose="020B0604020202020204" charset="0"/>
      <p:regular r:id="rId71"/>
      <p:bold r:id="rId72"/>
      <p:italic r:id="rId73"/>
      <p:boldItalic r:id="rId74"/>
    </p:embeddedFont>
    <p:embeddedFont>
      <p:font typeface="Roboto" panose="02000000000000000000" pitchFamily="2" charset="0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9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8FF"/>
    <a:srgbClr val="FFF4D5"/>
    <a:srgbClr val="E72C40"/>
    <a:srgbClr val="F04250"/>
    <a:srgbClr val="FBD9DD"/>
    <a:srgbClr val="00509B"/>
    <a:srgbClr val="F9F9F9"/>
    <a:srgbClr val="2F528F"/>
    <a:srgbClr val="FFFBEF"/>
    <a:srgbClr val="C471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  <p:guide orient="horz" pos="297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77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388782-A68C-46C8-BE1F-89C61B68FB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57309-AE8B-4A63-8A8B-57903A1702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95EB4-FD6E-4EEC-BC8D-33014BC81E18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D6C46-CA80-4B6A-8744-F827BEACFD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AA522-ED6B-472D-AD41-14C4D3204A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7EDA5-F9EB-4944-90E6-78FBE1E79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687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7T03:32:2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14737 7618 16383 0 0,'4'-4'0'0'0,"-3"-2"0"0"0,-5 1 0 0 0,-10 1 0 0 0,-4 5 0 0 0,-1 3 0 0 0,-6 4 0 0 0,-4 5 0 0 0,1 5 0 0 0,0-2 0 0 0,0 2 0 0 0,2 0 0 0 0,1-1 0 0 0,-3 3 0 0 0,-1 3 0 0 0,0-2 0 0 0,5-2 0 0 0,3 1 0 0 0,1-3 0 0 0,0-1 0 0 0,3 1 0 0 0,0-2 0 0 0,0 1 0 0 0,-2-4 0 0 0,2 2 0 0 0,1 1 0 0 0,-2 3 0 0 0,-1 2 0 0 0,-2 6 0 0 0,-1 2 0 0 0,3 1 0 0 0,1 3 0 0 0,-1-3 0 0 0,3-4 0 0 0,4-9 0 0 0,5-7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7T03:32:24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13917 8070 16383 0 0,'4'0'0'0'0,"5"8"0"0"0,6 7 0 0 0,0 4 0 0 0,1 4 0 0 0,-2 1 0 0 0,1-2 0 0 0,2-2 0 0 0,-3-1 0 0 0,2 2 0 0 0,-3 1 0 0 0,0 0 0 0 0,-5 1 0 0 0,-5-4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7T03:32:24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14310 8176 16383 0 0,'-5'0'0'0'0,"0"4"0"0"0,-4 1 0 0 0,-9 4 0 0 0,-4 5 0 0 0,-4-1 0 0 0,0 2 0 0 0,-1-1 0 0 0,1-4 0 0 0,4 1 0 0 0,-1-2 0 0 0,2 2 0 0 0,1 3 0 0 0,5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2T16:45:46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19976 6165 479 0 0,'4'4'144'0'0,"5"1"-32"0"0,6 4-64 0 0,4 1 0 0 0,2 2-48 0 0,2-1 16 0 0,2 2 0 0 0,0-1-64 0 0,-5 1 48 0 0,-5 2 0 0 0,-5 4 0 0 0,-8-3 0 0 0,-5 1-16 0 0,-6-3-64 0 0,-5 0-176 0 0,-5-2 80 0 0,-2 1 64 0 0,1-2 112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4822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6898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9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63921" y="465388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2D4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0" y="0"/>
            <a:ext cx="9144000" cy="465388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3922" y="571887"/>
            <a:ext cx="2057400" cy="54899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61;p7">
            <a:extLst>
              <a:ext uri="{FF2B5EF4-FFF2-40B4-BE49-F238E27FC236}">
                <a16:creationId xmlns:a16="http://schemas.microsoft.com/office/drawing/2014/main" id="{33995DB4-A052-4449-BE00-51C1DC465B42}"/>
              </a:ext>
            </a:extLst>
          </p:cNvPr>
          <p:cNvSpPr txBox="1">
            <a:spLocks/>
          </p:cNvSpPr>
          <p:nvPr userDrawn="1"/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preserve="1" userDrawn="1">
  <p:cSld name="2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CE819-1367-485C-9C74-FED40895F0F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306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preserve="1" userDrawn="1">
  <p:cSld name="2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0" y="0"/>
            <a:ext cx="9144000" cy="465388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48C33D-AC54-4E02-A78C-AD228D2F5E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679"/>
          <a:stretch/>
        </p:blipFill>
        <p:spPr>
          <a:xfrm>
            <a:off x="0" y="-4890"/>
            <a:ext cx="1670685" cy="13376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A64E07-0064-4ADC-AC82-87643E53AA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30084" y="-9780"/>
            <a:ext cx="723696" cy="915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813AF9-0C4C-44D1-9A44-1719637284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7000"/>
          </a:blip>
          <a:stretch>
            <a:fillRect/>
          </a:stretch>
        </p:blipFill>
        <p:spPr>
          <a:xfrm rot="10800000">
            <a:off x="0" y="4791431"/>
            <a:ext cx="278316" cy="35206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4B02CD-18E6-44CE-A837-8CEE860E6D34}"/>
              </a:ext>
            </a:extLst>
          </p:cNvPr>
          <p:cNvCxnSpPr/>
          <p:nvPr userDrawn="1"/>
        </p:nvCxnSpPr>
        <p:spPr>
          <a:xfrm>
            <a:off x="2539" y="1333500"/>
            <a:ext cx="164592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618;p34">
            <a:extLst>
              <a:ext uri="{FF2B5EF4-FFF2-40B4-BE49-F238E27FC236}">
                <a16:creationId xmlns:a16="http://schemas.microsoft.com/office/drawing/2014/main" id="{C3BE7F53-038A-4590-88B5-D2A01FE86477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5525" y="100088"/>
            <a:ext cx="629394" cy="629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F2FA14E-90B9-406E-A089-5934E5CABB8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862229" y="351055"/>
            <a:ext cx="910653" cy="2408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8487DB-FE82-4765-9EB9-2922987E72BA}"/>
              </a:ext>
            </a:extLst>
          </p:cNvPr>
          <p:cNvSpPr/>
          <p:nvPr userDrawn="1"/>
        </p:nvSpPr>
        <p:spPr>
          <a:xfrm>
            <a:off x="8612505" y="868680"/>
            <a:ext cx="446973" cy="118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Google Shape;61;p7">
            <a:extLst>
              <a:ext uri="{FF2B5EF4-FFF2-40B4-BE49-F238E27FC236}">
                <a16:creationId xmlns:a16="http://schemas.microsoft.com/office/drawing/2014/main" id="{78BE2248-E66C-4B65-AE75-60852E729F3B}"/>
              </a:ext>
            </a:extLst>
          </p:cNvPr>
          <p:cNvSpPr txBox="1">
            <a:spLocks/>
          </p:cNvSpPr>
          <p:nvPr userDrawn="1"/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234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25" userDrawn="1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  <p15:guide id="6" pos="38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2 Line Title, Infographics and Caption">
  <p:cSld name="2_2 Line Title, Infographics and 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-1" y="600076"/>
            <a:ext cx="9144001" cy="4543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-3" y="-20049"/>
            <a:ext cx="9144001" cy="5143500"/>
          </a:xfrm>
          <a:prstGeom prst="rect">
            <a:avLst/>
          </a:prstGeom>
          <a:blipFill rotWithShape="1">
            <a:blip r:embed="rId2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>
            <a:spLocks noGrp="1"/>
          </p:cNvSpPr>
          <p:nvPr>
            <p:ph type="pic" idx="2"/>
          </p:nvPr>
        </p:nvSpPr>
        <p:spPr>
          <a:xfrm>
            <a:off x="-2" y="-12112"/>
            <a:ext cx="9144002" cy="51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>
            <a:spLocks noGrp="1"/>
          </p:cNvSpPr>
          <p:nvPr>
            <p:ph type="pic" idx="3"/>
          </p:nvPr>
        </p:nvSpPr>
        <p:spPr>
          <a:xfrm>
            <a:off x="10220734" y="-3856910"/>
            <a:ext cx="9144001" cy="51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3213848" y="3489722"/>
            <a:ext cx="5355081" cy="83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048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3847" y="2234762"/>
            <a:ext cx="5373512" cy="11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/>
        </p:nvSpPr>
        <p:spPr>
          <a:xfrm>
            <a:off x="642167" y="610235"/>
            <a:ext cx="5493203" cy="864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Arial"/>
              <a:buNone/>
            </a:pPr>
            <a:r>
              <a:rPr lang="en-IN" sz="3600" b="0">
                <a:solidFill>
                  <a:srgbClr val="F5333F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 sz="3600" b="0">
              <a:solidFill>
                <a:srgbClr val="F533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1718595" y="3690308"/>
            <a:ext cx="870" cy="1071"/>
          </a:xfrm>
          <a:custGeom>
            <a:avLst/>
            <a:gdLst/>
            <a:ahLst/>
            <a:cxnLst/>
            <a:rect l="l" t="t" r="r" b="b"/>
            <a:pathLst>
              <a:path w="870" h="1071" extrusionOk="0">
                <a:moveTo>
                  <a:pt x="0" y="0"/>
                </a:moveTo>
                <a:lnTo>
                  <a:pt x="870" y="0"/>
                </a:lnTo>
                <a:lnTo>
                  <a:pt x="870" y="10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731">
          <p15:clr>
            <a:srgbClr val="FBAE40"/>
          </p15:clr>
        </p15:guide>
        <p15:guide id="3" orient="horz" pos="219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icture and caption">
  <p:cSld name="Title, picture and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4136817" y="1681163"/>
            <a:ext cx="4535267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648274" y="1681163"/>
            <a:ext cx="3140075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053">
          <p15:clr>
            <a:srgbClr val="FBAE40"/>
          </p15:clr>
        </p15:guide>
        <p15:guide id="3" orient="horz" pos="2845">
          <p15:clr>
            <a:srgbClr val="FBAE40"/>
          </p15:clr>
        </p15:guide>
        <p15:guide id="4" pos="3254">
          <p15:clr>
            <a:srgbClr val="FBAE40"/>
          </p15:clr>
        </p15:guide>
        <p15:guide id="5" pos="339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629841" y="616199"/>
            <a:ext cx="3612150" cy="434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591700" y="1822542"/>
            <a:ext cx="1836663" cy="18430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2586608" y="1819788"/>
            <a:ext cx="1818181" cy="18430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6603923" y="1808792"/>
            <a:ext cx="1868349" cy="18430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4604246" y="1819788"/>
            <a:ext cx="1843021" cy="18430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673283" y="1950244"/>
            <a:ext cx="263289" cy="263289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6777923" y="1956818"/>
            <a:ext cx="263289" cy="263289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4719917" y="1957683"/>
            <a:ext cx="263289" cy="263289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5392" y="2035413"/>
            <a:ext cx="103152" cy="9446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/>
          <p:nvPr/>
        </p:nvSpPr>
        <p:spPr>
          <a:xfrm>
            <a:off x="2681861" y="1946687"/>
            <a:ext cx="263289" cy="263289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3970" y="2028697"/>
            <a:ext cx="103152" cy="94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60032" y="2040628"/>
            <a:ext cx="103152" cy="94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02026" y="2044245"/>
            <a:ext cx="103152" cy="9446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>
            <a:spLocks noGrp="1"/>
          </p:cNvSpPr>
          <p:nvPr>
            <p:ph type="body" idx="1"/>
          </p:nvPr>
        </p:nvSpPr>
        <p:spPr>
          <a:xfrm>
            <a:off x="772836" y="2352226"/>
            <a:ext cx="1495407" cy="19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215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body" idx="2"/>
          </p:nvPr>
        </p:nvSpPr>
        <p:spPr>
          <a:xfrm>
            <a:off x="2752107" y="2352226"/>
            <a:ext cx="1495407" cy="19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215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body" idx="3"/>
          </p:nvPr>
        </p:nvSpPr>
        <p:spPr>
          <a:xfrm>
            <a:off x="4782484" y="2352226"/>
            <a:ext cx="1495407" cy="19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215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4"/>
          </p:nvPr>
        </p:nvSpPr>
        <p:spPr>
          <a:xfrm>
            <a:off x="6844575" y="2352226"/>
            <a:ext cx="1495407" cy="19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215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5"/>
          </p:nvPr>
        </p:nvSpPr>
        <p:spPr>
          <a:xfrm>
            <a:off x="766677" y="2633826"/>
            <a:ext cx="1495407" cy="80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6"/>
          </p:nvPr>
        </p:nvSpPr>
        <p:spPr>
          <a:xfrm>
            <a:off x="2752106" y="2633878"/>
            <a:ext cx="1495407" cy="80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None/>
              <a:defRPr sz="83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7"/>
          </p:nvPr>
        </p:nvSpPr>
        <p:spPr>
          <a:xfrm>
            <a:off x="4782484" y="2633826"/>
            <a:ext cx="1495407" cy="80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None/>
              <a:defRPr sz="83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8"/>
          </p:nvPr>
        </p:nvSpPr>
        <p:spPr>
          <a:xfrm>
            <a:off x="6843084" y="2633826"/>
            <a:ext cx="1495407" cy="80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None/>
              <a:defRPr sz="83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dt" idx="10"/>
          </p:nvPr>
        </p:nvSpPr>
        <p:spPr>
          <a:xfrm>
            <a:off x="6381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ftr" idx="11"/>
          </p:nvPr>
        </p:nvSpPr>
        <p:spPr>
          <a:xfrm>
            <a:off x="3038475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0" name="Google Shape;9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91700" y="1822543"/>
            <a:ext cx="1883480" cy="1890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2611322" y="1819789"/>
            <a:ext cx="1864527" cy="1890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6653351" y="1808793"/>
            <a:ext cx="1915974" cy="1890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604247" y="1819789"/>
            <a:ext cx="1890000" cy="1890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673283" y="1950244"/>
            <a:ext cx="270000" cy="270000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6777923" y="1956818"/>
            <a:ext cx="270000" cy="27000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719917" y="1957683"/>
            <a:ext cx="270000" cy="270000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5392" y="2035413"/>
            <a:ext cx="105782" cy="9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/>
          <p:nvPr/>
        </p:nvSpPr>
        <p:spPr>
          <a:xfrm>
            <a:off x="2681861" y="1946687"/>
            <a:ext cx="270000" cy="270000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88684" y="2028697"/>
            <a:ext cx="105782" cy="9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60032" y="2040628"/>
            <a:ext cx="105782" cy="9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02026" y="2044245"/>
            <a:ext cx="105782" cy="9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144">
          <p15:clr>
            <a:srgbClr val="FBAE40"/>
          </p15:clr>
        </p15:guide>
        <p15:guide id="3" orient="horz" pos="2335">
          <p15:clr>
            <a:srgbClr val="FBAE40"/>
          </p15:clr>
        </p15:guide>
        <p15:guide id="4" pos="1587">
          <p15:clr>
            <a:srgbClr val="FBAE40"/>
          </p15:clr>
        </p15:guide>
        <p15:guide id="5" pos="1655">
          <p15:clr>
            <a:srgbClr val="FBAE40"/>
          </p15:clr>
        </p15:guide>
        <p15:guide id="6" pos="2835">
          <p15:clr>
            <a:srgbClr val="FBAE40"/>
          </p15:clr>
        </p15:guide>
        <p15:guide id="7" pos="2931">
          <p15:clr>
            <a:srgbClr val="FBAE40"/>
          </p15:clr>
        </p15:guide>
        <p15:guide id="8" pos="4122">
          <p15:clr>
            <a:srgbClr val="FBAE40"/>
          </p15:clr>
        </p15:guide>
        <p15:guide id="9" pos="4190">
          <p15:clr>
            <a:srgbClr val="FBAE40"/>
          </p15:clr>
        </p15:guide>
        <p15:guide id="10" orient="horz" pos="1399">
          <p15:clr>
            <a:srgbClr val="FBAE40"/>
          </p15:clr>
        </p15:guide>
        <p15:guide id="11" orient="horz" pos="122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2_Title Slid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dt" idx="10"/>
          </p:nvPr>
        </p:nvSpPr>
        <p:spPr>
          <a:xfrm>
            <a:off x="663921" y="465388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72D40"/>
              </a:buClr>
              <a:buSzPts val="1400"/>
              <a:buFont typeface="Proxima Nova"/>
              <a:buNone/>
              <a:defRPr>
                <a:solidFill>
                  <a:srgbClr val="E72D4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E72D40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E72D40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E72D40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E72D40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E72D40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E72D40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E72D40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E72D40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E72D40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0" y="0"/>
            <a:ext cx="9144000" cy="465388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3922" y="571887"/>
            <a:ext cx="2057400" cy="54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2 Line Title, Infographics and Caption">
  <p:cSld name="3_2 Line Title, Infographics and Ca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/>
          <p:nvPr/>
        </p:nvSpPr>
        <p:spPr>
          <a:xfrm>
            <a:off x="-1" y="600076"/>
            <a:ext cx="9144001" cy="4543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-3" y="-20049"/>
            <a:ext cx="9144001" cy="5143500"/>
          </a:xfrm>
          <a:prstGeom prst="rect">
            <a:avLst/>
          </a:prstGeom>
          <a:blipFill rotWithShape="1">
            <a:blip r:embed="rId2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>
            <a:spLocks noGrp="1"/>
          </p:cNvSpPr>
          <p:nvPr>
            <p:ph type="pic" idx="2"/>
          </p:nvPr>
        </p:nvSpPr>
        <p:spPr>
          <a:xfrm>
            <a:off x="-2" y="-12112"/>
            <a:ext cx="9144002" cy="51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11"/>
          <p:cNvSpPr>
            <a:spLocks noGrp="1"/>
          </p:cNvSpPr>
          <p:nvPr>
            <p:ph type="pic" idx="3"/>
          </p:nvPr>
        </p:nvSpPr>
        <p:spPr>
          <a:xfrm>
            <a:off x="10220734" y="-3856910"/>
            <a:ext cx="9144001" cy="51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3213848" y="3489722"/>
            <a:ext cx="5355081" cy="83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048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27" name="Google Shape;12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3847" y="2234762"/>
            <a:ext cx="5373512" cy="11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 txBox="1"/>
          <p:nvPr/>
        </p:nvSpPr>
        <p:spPr>
          <a:xfrm>
            <a:off x="642167" y="610235"/>
            <a:ext cx="5493203" cy="864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Arial"/>
              <a:buNone/>
            </a:pPr>
            <a:r>
              <a:rPr lang="en-IN" sz="3600" b="0">
                <a:solidFill>
                  <a:srgbClr val="F5333F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 sz="3600" b="0">
              <a:solidFill>
                <a:srgbClr val="F533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11718595" y="3690308"/>
            <a:ext cx="870" cy="1071"/>
          </a:xfrm>
          <a:custGeom>
            <a:avLst/>
            <a:gdLst/>
            <a:ahLst/>
            <a:cxnLst/>
            <a:rect l="l" t="t" r="r" b="b"/>
            <a:pathLst>
              <a:path w="870" h="1071" extrusionOk="0">
                <a:moveTo>
                  <a:pt x="0" y="0"/>
                </a:moveTo>
                <a:lnTo>
                  <a:pt x="870" y="0"/>
                </a:lnTo>
                <a:lnTo>
                  <a:pt x="870" y="10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731">
          <p15:clr>
            <a:srgbClr val="FBAE40"/>
          </p15:clr>
        </p15:guide>
        <p15:guide id="3" orient="horz" pos="219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629841" y="2556933"/>
            <a:ext cx="7891859" cy="82662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12"/>
          <p:cNvGrpSpPr/>
          <p:nvPr/>
        </p:nvGrpSpPr>
        <p:grpSpPr>
          <a:xfrm>
            <a:off x="994787" y="3020755"/>
            <a:ext cx="775019" cy="174751"/>
            <a:chOff x="1326382" y="4041646"/>
            <a:chExt cx="2597497" cy="653143"/>
          </a:xfrm>
        </p:grpSpPr>
        <p:sp>
          <p:nvSpPr>
            <p:cNvPr id="134" name="Google Shape;134;p12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Calibri"/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Calibri"/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Calibri"/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Calibri"/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2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Calibri"/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2"/>
          <p:cNvSpPr txBox="1">
            <a:spLocks noGrp="1"/>
          </p:cNvSpPr>
          <p:nvPr>
            <p:ph type="body" idx="1"/>
          </p:nvPr>
        </p:nvSpPr>
        <p:spPr>
          <a:xfrm>
            <a:off x="1029406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body" idx="2"/>
          </p:nvPr>
        </p:nvSpPr>
        <p:spPr>
          <a:xfrm>
            <a:off x="1921844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12"/>
          <p:cNvSpPr txBox="1">
            <a:spLocks noGrp="1"/>
          </p:cNvSpPr>
          <p:nvPr>
            <p:ph type="body" idx="3"/>
          </p:nvPr>
        </p:nvSpPr>
        <p:spPr>
          <a:xfrm>
            <a:off x="2868429" y="3714682"/>
            <a:ext cx="2471738" cy="13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dt" idx="10"/>
          </p:nvPr>
        </p:nvSpPr>
        <p:spPr>
          <a:xfrm>
            <a:off x="6367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2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4" name="Google Shape;14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629841" y="2535239"/>
            <a:ext cx="7939088" cy="84831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12"/>
          <p:cNvGrpSpPr/>
          <p:nvPr/>
        </p:nvGrpSpPr>
        <p:grpSpPr>
          <a:xfrm>
            <a:off x="923664" y="3020755"/>
            <a:ext cx="775019" cy="174751"/>
            <a:chOff x="1326382" y="4041646"/>
            <a:chExt cx="2597497" cy="653143"/>
          </a:xfrm>
        </p:grpSpPr>
        <p:sp>
          <p:nvSpPr>
            <p:cNvPr id="148" name="Google Shape;148;p12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Calibri"/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2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Calibri"/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2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Calibri"/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2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Calibri"/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2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Calibri"/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12"/>
          <p:cNvSpPr txBox="1">
            <a:spLocks noGrp="1"/>
          </p:cNvSpPr>
          <p:nvPr>
            <p:ph type="body" idx="4"/>
          </p:nvPr>
        </p:nvSpPr>
        <p:spPr>
          <a:xfrm>
            <a:off x="958283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5"/>
          </p:nvPr>
        </p:nvSpPr>
        <p:spPr>
          <a:xfrm>
            <a:off x="1850721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5" name="Google Shape;155;p12"/>
          <p:cNvSpPr txBox="1">
            <a:spLocks noGrp="1"/>
          </p:cNvSpPr>
          <p:nvPr>
            <p:ph type="title"/>
          </p:nvPr>
        </p:nvSpPr>
        <p:spPr>
          <a:xfrm>
            <a:off x="630238" y="600075"/>
            <a:ext cx="6246812" cy="44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6" name="Google Shape;15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210">
          <p15:clr>
            <a:srgbClr val="FBAE40"/>
          </p15:clr>
        </p15:guide>
        <p15:guide id="3" orient="horz" pos="2130">
          <p15:clr>
            <a:srgbClr val="FBAE40"/>
          </p15:clr>
        </p15:guide>
        <p15:guide id="4" orient="horz" pos="1597">
          <p15:clr>
            <a:srgbClr val="FBAE40"/>
          </p15:clr>
        </p15:guide>
        <p15:guide id="5" orient="horz" pos="2641">
          <p15:clr>
            <a:srgbClr val="FBAE40"/>
          </p15:clr>
        </p15:guide>
        <p15:guide id="6" pos="1134">
          <p15:clr>
            <a:srgbClr val="FBAE40"/>
          </p15:clr>
        </p15:guide>
        <p15:guide id="7" pos="43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Imeline Infographic">
  <p:cSld name="1_Title and TImeline Infographic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0" name="Google Shape;16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3"/>
          <p:cNvSpPr txBox="1">
            <a:spLocks noGrp="1"/>
          </p:cNvSpPr>
          <p:nvPr>
            <p:ph type="body" idx="1"/>
          </p:nvPr>
        </p:nvSpPr>
        <p:spPr>
          <a:xfrm>
            <a:off x="991750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body" idx="2"/>
          </p:nvPr>
        </p:nvSpPr>
        <p:spPr>
          <a:xfrm>
            <a:off x="991750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body" idx="3"/>
          </p:nvPr>
        </p:nvSpPr>
        <p:spPr>
          <a:xfrm>
            <a:off x="991750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4"/>
          </p:nvPr>
        </p:nvSpPr>
        <p:spPr>
          <a:xfrm>
            <a:off x="244048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body" idx="5"/>
          </p:nvPr>
        </p:nvSpPr>
        <p:spPr>
          <a:xfrm>
            <a:off x="244048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body" idx="6"/>
          </p:nvPr>
        </p:nvSpPr>
        <p:spPr>
          <a:xfrm>
            <a:off x="244048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body" idx="7"/>
          </p:nvPr>
        </p:nvSpPr>
        <p:spPr>
          <a:xfrm>
            <a:off x="389229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body" idx="8"/>
          </p:nvPr>
        </p:nvSpPr>
        <p:spPr>
          <a:xfrm>
            <a:off x="389229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body" idx="9"/>
          </p:nvPr>
        </p:nvSpPr>
        <p:spPr>
          <a:xfrm>
            <a:off x="389229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13"/>
          </p:nvPr>
        </p:nvSpPr>
        <p:spPr>
          <a:xfrm>
            <a:off x="5326899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body" idx="14"/>
          </p:nvPr>
        </p:nvSpPr>
        <p:spPr>
          <a:xfrm>
            <a:off x="5326899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body" idx="15"/>
          </p:nvPr>
        </p:nvSpPr>
        <p:spPr>
          <a:xfrm>
            <a:off x="5326899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16"/>
          </p:nvPr>
        </p:nvSpPr>
        <p:spPr>
          <a:xfrm>
            <a:off x="6735161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body" idx="17"/>
          </p:nvPr>
        </p:nvSpPr>
        <p:spPr>
          <a:xfrm>
            <a:off x="6735161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body" idx="18"/>
          </p:nvPr>
        </p:nvSpPr>
        <p:spPr>
          <a:xfrm>
            <a:off x="6735161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body" idx="19"/>
          </p:nvPr>
        </p:nvSpPr>
        <p:spPr>
          <a:xfrm>
            <a:off x="904066" y="3531649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body" idx="20"/>
          </p:nvPr>
        </p:nvSpPr>
        <p:spPr>
          <a:xfrm>
            <a:off x="2352802" y="3531649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body" idx="21"/>
          </p:nvPr>
        </p:nvSpPr>
        <p:spPr>
          <a:xfrm>
            <a:off x="3829621" y="3531648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body" idx="22"/>
          </p:nvPr>
        </p:nvSpPr>
        <p:spPr>
          <a:xfrm>
            <a:off x="5306440" y="3531648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body" idx="23"/>
          </p:nvPr>
        </p:nvSpPr>
        <p:spPr>
          <a:xfrm>
            <a:off x="6755176" y="3531647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81" name="Google Shape;18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4" name="Google Shape;1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">
  <p:cSld name="1_Title and Doughnut Char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ne Chart">
  <p:cSld name="1_Title and Line Char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5"/>
          <p:cNvSpPr txBox="1">
            <a:spLocks noGrp="1"/>
          </p:cNvSpPr>
          <p:nvPr>
            <p:ph type="body" idx="1"/>
          </p:nvPr>
        </p:nvSpPr>
        <p:spPr>
          <a:xfrm>
            <a:off x="630238" y="1600199"/>
            <a:ext cx="3182128" cy="3006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body" idx="2"/>
          </p:nvPr>
        </p:nvSpPr>
        <p:spPr>
          <a:xfrm>
            <a:off x="5306779" y="3059187"/>
            <a:ext cx="671653" cy="3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body" idx="3"/>
          </p:nvPr>
        </p:nvSpPr>
        <p:spPr>
          <a:xfrm>
            <a:off x="6894111" y="3052728"/>
            <a:ext cx="671653" cy="32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4"/>
          </p:nvPr>
        </p:nvSpPr>
        <p:spPr>
          <a:xfrm>
            <a:off x="5306778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body" idx="5"/>
          </p:nvPr>
        </p:nvSpPr>
        <p:spPr>
          <a:xfrm>
            <a:off x="5299344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body" idx="6"/>
          </p:nvPr>
        </p:nvSpPr>
        <p:spPr>
          <a:xfrm>
            <a:off x="6890089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body" idx="7"/>
          </p:nvPr>
        </p:nvSpPr>
        <p:spPr>
          <a:xfrm>
            <a:off x="6882655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>
            <a:spLocks noGrp="1"/>
          </p:cNvSpPr>
          <p:nvPr>
            <p:ph type="chart" idx="8"/>
          </p:nvPr>
        </p:nvSpPr>
        <p:spPr>
          <a:xfrm>
            <a:off x="5295900" y="1600200"/>
            <a:ext cx="3225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5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10" name="Google Shape;21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2754">
          <p15:clr>
            <a:srgbClr val="FBAE40"/>
          </p15:clr>
        </p15:guide>
        <p15:guide id="4" pos="24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 2">
  <p:cSld name="1_Title and Doughnut Chart 2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4" name="Google Shape;21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6"/>
          <p:cNvSpPr txBox="1">
            <a:spLocks noGrp="1"/>
          </p:cNvSpPr>
          <p:nvPr>
            <p:ph type="body" idx="1"/>
          </p:nvPr>
        </p:nvSpPr>
        <p:spPr>
          <a:xfrm>
            <a:off x="2286696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16"/>
          <p:cNvSpPr txBox="1">
            <a:spLocks noGrp="1"/>
          </p:cNvSpPr>
          <p:nvPr>
            <p:ph type="body" idx="2"/>
          </p:nvPr>
        </p:nvSpPr>
        <p:spPr>
          <a:xfrm>
            <a:off x="2286696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9" name="Google Shape;219;p16"/>
          <p:cNvSpPr txBox="1">
            <a:spLocks noGrp="1"/>
          </p:cNvSpPr>
          <p:nvPr>
            <p:ph type="body" idx="3"/>
          </p:nvPr>
        </p:nvSpPr>
        <p:spPr>
          <a:xfrm>
            <a:off x="4973335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0" name="Google Shape;220;p16"/>
          <p:cNvSpPr txBox="1">
            <a:spLocks noGrp="1"/>
          </p:cNvSpPr>
          <p:nvPr>
            <p:ph type="body" idx="4"/>
          </p:nvPr>
        </p:nvSpPr>
        <p:spPr>
          <a:xfrm>
            <a:off x="4973335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21" name="Google Shape;22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6" name="Google Shape;226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hic">
  <p:cSld name="1_Title and Infograhic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30" name="Google Shape;23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7"/>
          <p:cNvSpPr txBox="1">
            <a:spLocks noGrp="1"/>
          </p:cNvSpPr>
          <p:nvPr>
            <p:ph type="body" idx="1"/>
          </p:nvPr>
        </p:nvSpPr>
        <p:spPr>
          <a:xfrm>
            <a:off x="1263041" y="2104600"/>
            <a:ext cx="830454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3" name="Google Shape;233;p17"/>
          <p:cNvSpPr txBox="1">
            <a:spLocks noGrp="1"/>
          </p:cNvSpPr>
          <p:nvPr>
            <p:ph type="body" idx="2"/>
          </p:nvPr>
        </p:nvSpPr>
        <p:spPr>
          <a:xfrm>
            <a:off x="2470356" y="3778988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body" idx="3"/>
          </p:nvPr>
        </p:nvSpPr>
        <p:spPr>
          <a:xfrm>
            <a:off x="3530790" y="2108961"/>
            <a:ext cx="824532" cy="28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body" idx="4"/>
          </p:nvPr>
        </p:nvSpPr>
        <p:spPr>
          <a:xfrm>
            <a:off x="4729642" y="3771033"/>
            <a:ext cx="745627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body" idx="5"/>
          </p:nvPr>
        </p:nvSpPr>
        <p:spPr>
          <a:xfrm>
            <a:off x="5904099" y="2107682"/>
            <a:ext cx="758842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7" name="Google Shape;237;p17"/>
          <p:cNvSpPr txBox="1">
            <a:spLocks noGrp="1"/>
          </p:cNvSpPr>
          <p:nvPr>
            <p:ph type="body" idx="6"/>
          </p:nvPr>
        </p:nvSpPr>
        <p:spPr>
          <a:xfrm>
            <a:off x="7023857" y="3762859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8" name="Google Shape;238;p17"/>
          <p:cNvSpPr txBox="1">
            <a:spLocks noGrp="1"/>
          </p:cNvSpPr>
          <p:nvPr>
            <p:ph type="body" idx="7"/>
          </p:nvPr>
        </p:nvSpPr>
        <p:spPr>
          <a:xfrm>
            <a:off x="2156171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9" name="Google Shape;239;p17"/>
          <p:cNvSpPr txBox="1">
            <a:spLocks noGrp="1"/>
          </p:cNvSpPr>
          <p:nvPr>
            <p:ph type="body" idx="8"/>
          </p:nvPr>
        </p:nvSpPr>
        <p:spPr>
          <a:xfrm>
            <a:off x="2156171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0" name="Google Shape;240;p17"/>
          <p:cNvSpPr txBox="1">
            <a:spLocks noGrp="1"/>
          </p:cNvSpPr>
          <p:nvPr>
            <p:ph type="body" idx="9"/>
          </p:nvPr>
        </p:nvSpPr>
        <p:spPr>
          <a:xfrm>
            <a:off x="4513908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1" name="Google Shape;241;p17"/>
          <p:cNvSpPr txBox="1">
            <a:spLocks noGrp="1"/>
          </p:cNvSpPr>
          <p:nvPr>
            <p:ph type="body" idx="13"/>
          </p:nvPr>
        </p:nvSpPr>
        <p:spPr>
          <a:xfrm>
            <a:off x="4513908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2" name="Google Shape;242;p17"/>
          <p:cNvSpPr txBox="1">
            <a:spLocks noGrp="1"/>
          </p:cNvSpPr>
          <p:nvPr>
            <p:ph type="body" idx="14"/>
          </p:nvPr>
        </p:nvSpPr>
        <p:spPr>
          <a:xfrm>
            <a:off x="6720777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3" name="Google Shape;243;p17"/>
          <p:cNvSpPr txBox="1">
            <a:spLocks noGrp="1"/>
          </p:cNvSpPr>
          <p:nvPr>
            <p:ph type="body" idx="15"/>
          </p:nvPr>
        </p:nvSpPr>
        <p:spPr>
          <a:xfrm>
            <a:off x="6720777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" name="Google Shape;244;p17"/>
          <p:cNvSpPr txBox="1">
            <a:spLocks noGrp="1"/>
          </p:cNvSpPr>
          <p:nvPr>
            <p:ph type="body" idx="16"/>
          </p:nvPr>
        </p:nvSpPr>
        <p:spPr>
          <a:xfrm>
            <a:off x="995265" y="3791876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5" name="Google Shape;245;p17"/>
          <p:cNvSpPr txBox="1">
            <a:spLocks noGrp="1"/>
          </p:cNvSpPr>
          <p:nvPr>
            <p:ph type="body" idx="17"/>
          </p:nvPr>
        </p:nvSpPr>
        <p:spPr>
          <a:xfrm>
            <a:off x="995265" y="405754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6" name="Google Shape;246;p17"/>
          <p:cNvSpPr txBox="1">
            <a:spLocks noGrp="1"/>
          </p:cNvSpPr>
          <p:nvPr>
            <p:ph type="body" idx="18"/>
          </p:nvPr>
        </p:nvSpPr>
        <p:spPr>
          <a:xfrm>
            <a:off x="3326285" y="377969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7" name="Google Shape;247;p17"/>
          <p:cNvSpPr txBox="1">
            <a:spLocks noGrp="1"/>
          </p:cNvSpPr>
          <p:nvPr>
            <p:ph type="body" idx="19"/>
          </p:nvPr>
        </p:nvSpPr>
        <p:spPr>
          <a:xfrm>
            <a:off x="3326285" y="404535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8" name="Google Shape;248;p17"/>
          <p:cNvSpPr txBox="1">
            <a:spLocks noGrp="1"/>
          </p:cNvSpPr>
          <p:nvPr>
            <p:ph type="body" idx="20"/>
          </p:nvPr>
        </p:nvSpPr>
        <p:spPr>
          <a:xfrm>
            <a:off x="5599996" y="375897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9" name="Google Shape;249;p17"/>
          <p:cNvSpPr txBox="1">
            <a:spLocks noGrp="1"/>
          </p:cNvSpPr>
          <p:nvPr>
            <p:ph type="body" idx="21"/>
          </p:nvPr>
        </p:nvSpPr>
        <p:spPr>
          <a:xfrm>
            <a:off x="5599996" y="4024639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50" name="Google Shape;2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54" name="Google Shape;25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2">
  <p:cSld name="1_Title and Infographic 2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8" name="Google Shape;258;p18" descr="C:\Users\diyajoseph\Desktop\New folder (3)\Infographics-01-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49184" y="1331625"/>
            <a:ext cx="3644856" cy="364485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8"/>
          <p:cNvSpPr txBox="1">
            <a:spLocks noGrp="1"/>
          </p:cNvSpPr>
          <p:nvPr>
            <p:ph type="body" idx="1"/>
          </p:nvPr>
        </p:nvSpPr>
        <p:spPr>
          <a:xfrm>
            <a:off x="630238" y="1347788"/>
            <a:ext cx="3182128" cy="277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0" name="Google Shape;260;p18"/>
          <p:cNvSpPr txBox="1">
            <a:spLocks noGrp="1"/>
          </p:cNvSpPr>
          <p:nvPr>
            <p:ph type="body" idx="2"/>
          </p:nvPr>
        </p:nvSpPr>
        <p:spPr>
          <a:xfrm>
            <a:off x="6433953" y="172210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1" name="Google Shape;261;p18"/>
          <p:cNvSpPr txBox="1">
            <a:spLocks noGrp="1"/>
          </p:cNvSpPr>
          <p:nvPr>
            <p:ph type="body" idx="3"/>
          </p:nvPr>
        </p:nvSpPr>
        <p:spPr>
          <a:xfrm>
            <a:off x="6433953" y="198777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2" name="Google Shape;262;p18"/>
          <p:cNvSpPr txBox="1">
            <a:spLocks noGrp="1"/>
          </p:cNvSpPr>
          <p:nvPr>
            <p:ph type="body" idx="4"/>
          </p:nvPr>
        </p:nvSpPr>
        <p:spPr>
          <a:xfrm>
            <a:off x="4628562" y="3026158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3" name="Google Shape;263;p18"/>
          <p:cNvSpPr txBox="1">
            <a:spLocks noGrp="1"/>
          </p:cNvSpPr>
          <p:nvPr>
            <p:ph type="body" idx="5"/>
          </p:nvPr>
        </p:nvSpPr>
        <p:spPr>
          <a:xfrm>
            <a:off x="7003447" y="278373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4" name="Google Shape;264;p18"/>
          <p:cNvSpPr txBox="1">
            <a:spLocks noGrp="1"/>
          </p:cNvSpPr>
          <p:nvPr>
            <p:ph type="body" idx="6"/>
          </p:nvPr>
        </p:nvSpPr>
        <p:spPr>
          <a:xfrm>
            <a:off x="7009593" y="3303767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5" name="Google Shape;265;p18"/>
          <p:cNvSpPr txBox="1">
            <a:spLocks noGrp="1"/>
          </p:cNvSpPr>
          <p:nvPr>
            <p:ph type="body" idx="7"/>
          </p:nvPr>
        </p:nvSpPr>
        <p:spPr>
          <a:xfrm>
            <a:off x="7009593" y="356943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6" name="Google Shape;266;p18"/>
          <p:cNvSpPr txBox="1">
            <a:spLocks noGrp="1"/>
          </p:cNvSpPr>
          <p:nvPr>
            <p:ph type="body" idx="8"/>
          </p:nvPr>
        </p:nvSpPr>
        <p:spPr>
          <a:xfrm>
            <a:off x="6433953" y="403431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7" name="Google Shape;267;p18"/>
          <p:cNvSpPr txBox="1">
            <a:spLocks noGrp="1"/>
          </p:cNvSpPr>
          <p:nvPr>
            <p:ph type="body" idx="9"/>
          </p:nvPr>
        </p:nvSpPr>
        <p:spPr>
          <a:xfrm>
            <a:off x="6433953" y="429997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8" name="Google Shape;268;p18"/>
          <p:cNvSpPr txBox="1">
            <a:spLocks noGrp="1"/>
          </p:cNvSpPr>
          <p:nvPr>
            <p:ph type="body" idx="13"/>
          </p:nvPr>
        </p:nvSpPr>
        <p:spPr>
          <a:xfrm>
            <a:off x="7001132" y="252495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849">
          <p15:clr>
            <a:srgbClr val="FBAE40"/>
          </p15:clr>
        </p15:guide>
        <p15:guide id="3" orient="horz" pos="2663">
          <p15:clr>
            <a:srgbClr val="FBAE40"/>
          </p15:clr>
        </p15:guide>
        <p15:guide id="4" pos="25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3">
  <p:cSld name="1_Title and Infographic 3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4" name="Google Shape;274;p19"/>
          <p:cNvSpPr txBox="1">
            <a:spLocks noGrp="1"/>
          </p:cNvSpPr>
          <p:nvPr>
            <p:ph type="body" idx="1"/>
          </p:nvPr>
        </p:nvSpPr>
        <p:spPr>
          <a:xfrm>
            <a:off x="2184783" y="1316876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5" name="Google Shape;275;p19"/>
          <p:cNvSpPr txBox="1">
            <a:spLocks noGrp="1"/>
          </p:cNvSpPr>
          <p:nvPr>
            <p:ph type="body" idx="2"/>
          </p:nvPr>
        </p:nvSpPr>
        <p:spPr>
          <a:xfrm>
            <a:off x="2184783" y="1496505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6" name="Google Shape;276;p19"/>
          <p:cNvSpPr txBox="1">
            <a:spLocks noGrp="1"/>
          </p:cNvSpPr>
          <p:nvPr>
            <p:ph type="body" idx="3"/>
          </p:nvPr>
        </p:nvSpPr>
        <p:spPr>
          <a:xfrm>
            <a:off x="2184783" y="1708544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7" name="Google Shape;277;p19"/>
          <p:cNvSpPr txBox="1">
            <a:spLocks noGrp="1"/>
          </p:cNvSpPr>
          <p:nvPr>
            <p:ph type="body" idx="4"/>
          </p:nvPr>
        </p:nvSpPr>
        <p:spPr>
          <a:xfrm>
            <a:off x="1648313" y="216053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8" name="Google Shape;278;p19"/>
          <p:cNvSpPr txBox="1">
            <a:spLocks noGrp="1"/>
          </p:cNvSpPr>
          <p:nvPr>
            <p:ph type="body" idx="5"/>
          </p:nvPr>
        </p:nvSpPr>
        <p:spPr>
          <a:xfrm>
            <a:off x="1648313" y="234016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9" name="Google Shape;279;p19"/>
          <p:cNvSpPr txBox="1">
            <a:spLocks noGrp="1"/>
          </p:cNvSpPr>
          <p:nvPr>
            <p:ph type="body" idx="6"/>
          </p:nvPr>
        </p:nvSpPr>
        <p:spPr>
          <a:xfrm>
            <a:off x="1648313" y="255220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0" name="Google Shape;280;p19"/>
          <p:cNvSpPr txBox="1">
            <a:spLocks noGrp="1"/>
          </p:cNvSpPr>
          <p:nvPr>
            <p:ph type="body" idx="7"/>
          </p:nvPr>
        </p:nvSpPr>
        <p:spPr>
          <a:xfrm>
            <a:off x="1670695" y="3113991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1" name="Google Shape;281;p19"/>
          <p:cNvSpPr txBox="1">
            <a:spLocks noGrp="1"/>
          </p:cNvSpPr>
          <p:nvPr>
            <p:ph type="body" idx="8"/>
          </p:nvPr>
        </p:nvSpPr>
        <p:spPr>
          <a:xfrm>
            <a:off x="1670695" y="3293620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2" name="Google Shape;282;p19"/>
          <p:cNvSpPr txBox="1">
            <a:spLocks noGrp="1"/>
          </p:cNvSpPr>
          <p:nvPr>
            <p:ph type="body" idx="9"/>
          </p:nvPr>
        </p:nvSpPr>
        <p:spPr>
          <a:xfrm>
            <a:off x="1670695" y="3505659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3" name="Google Shape;283;p19"/>
          <p:cNvSpPr txBox="1">
            <a:spLocks noGrp="1"/>
          </p:cNvSpPr>
          <p:nvPr>
            <p:ph type="body" idx="13"/>
          </p:nvPr>
        </p:nvSpPr>
        <p:spPr>
          <a:xfrm>
            <a:off x="2154251" y="3833167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4" name="Google Shape;284;p19"/>
          <p:cNvSpPr txBox="1">
            <a:spLocks noGrp="1"/>
          </p:cNvSpPr>
          <p:nvPr>
            <p:ph type="body" idx="14"/>
          </p:nvPr>
        </p:nvSpPr>
        <p:spPr>
          <a:xfrm>
            <a:off x="2154251" y="4012796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5" name="Google Shape;285;p19"/>
          <p:cNvSpPr txBox="1">
            <a:spLocks noGrp="1"/>
          </p:cNvSpPr>
          <p:nvPr>
            <p:ph type="body" idx="15"/>
          </p:nvPr>
        </p:nvSpPr>
        <p:spPr>
          <a:xfrm>
            <a:off x="2154251" y="4224835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6" name="Google Shape;286;p19"/>
          <p:cNvSpPr txBox="1">
            <a:spLocks noGrp="1"/>
          </p:cNvSpPr>
          <p:nvPr>
            <p:ph type="body" idx="16"/>
          </p:nvPr>
        </p:nvSpPr>
        <p:spPr>
          <a:xfrm>
            <a:off x="5711844" y="127468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7" name="Google Shape;287;p19"/>
          <p:cNvSpPr txBox="1">
            <a:spLocks noGrp="1"/>
          </p:cNvSpPr>
          <p:nvPr>
            <p:ph type="body" idx="17"/>
          </p:nvPr>
        </p:nvSpPr>
        <p:spPr>
          <a:xfrm>
            <a:off x="5711844" y="145431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8" name="Google Shape;288;p19"/>
          <p:cNvSpPr txBox="1">
            <a:spLocks noGrp="1"/>
          </p:cNvSpPr>
          <p:nvPr>
            <p:ph type="body" idx="18"/>
          </p:nvPr>
        </p:nvSpPr>
        <p:spPr>
          <a:xfrm>
            <a:off x="5711844" y="166635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9" name="Google Shape;289;p19"/>
          <p:cNvSpPr txBox="1">
            <a:spLocks noGrp="1"/>
          </p:cNvSpPr>
          <p:nvPr>
            <p:ph type="body" idx="19"/>
          </p:nvPr>
        </p:nvSpPr>
        <p:spPr>
          <a:xfrm>
            <a:off x="6247590" y="2081713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0" name="Google Shape;290;p19"/>
          <p:cNvSpPr txBox="1">
            <a:spLocks noGrp="1"/>
          </p:cNvSpPr>
          <p:nvPr>
            <p:ph type="body" idx="20"/>
          </p:nvPr>
        </p:nvSpPr>
        <p:spPr>
          <a:xfrm>
            <a:off x="6247590" y="2261342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1" name="Google Shape;291;p19"/>
          <p:cNvSpPr txBox="1">
            <a:spLocks noGrp="1"/>
          </p:cNvSpPr>
          <p:nvPr>
            <p:ph type="body" idx="21"/>
          </p:nvPr>
        </p:nvSpPr>
        <p:spPr>
          <a:xfrm>
            <a:off x="6247590" y="2473381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2" name="Google Shape;292;p19"/>
          <p:cNvSpPr txBox="1">
            <a:spLocks noGrp="1"/>
          </p:cNvSpPr>
          <p:nvPr>
            <p:ph type="body" idx="22"/>
          </p:nvPr>
        </p:nvSpPr>
        <p:spPr>
          <a:xfrm>
            <a:off x="6247590" y="3009669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body" idx="23"/>
          </p:nvPr>
        </p:nvSpPr>
        <p:spPr>
          <a:xfrm>
            <a:off x="6247590" y="3189298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4" name="Google Shape;294;p19"/>
          <p:cNvSpPr txBox="1">
            <a:spLocks noGrp="1"/>
          </p:cNvSpPr>
          <p:nvPr>
            <p:ph type="body" idx="24"/>
          </p:nvPr>
        </p:nvSpPr>
        <p:spPr>
          <a:xfrm>
            <a:off x="6247590" y="3401337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5" name="Google Shape;295;p19"/>
          <p:cNvSpPr txBox="1">
            <a:spLocks noGrp="1"/>
          </p:cNvSpPr>
          <p:nvPr>
            <p:ph type="body" idx="25"/>
          </p:nvPr>
        </p:nvSpPr>
        <p:spPr>
          <a:xfrm>
            <a:off x="5911033" y="3827718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6" name="Google Shape;296;p19"/>
          <p:cNvSpPr txBox="1">
            <a:spLocks noGrp="1"/>
          </p:cNvSpPr>
          <p:nvPr>
            <p:ph type="body" idx="26"/>
          </p:nvPr>
        </p:nvSpPr>
        <p:spPr>
          <a:xfrm>
            <a:off x="5911033" y="4007347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7" name="Google Shape;297;p19"/>
          <p:cNvSpPr txBox="1">
            <a:spLocks noGrp="1"/>
          </p:cNvSpPr>
          <p:nvPr>
            <p:ph type="body" idx="27"/>
          </p:nvPr>
        </p:nvSpPr>
        <p:spPr>
          <a:xfrm>
            <a:off x="5911033" y="4219386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98" name="Google Shape;298;p19"/>
          <p:cNvGrpSpPr/>
          <p:nvPr/>
        </p:nvGrpSpPr>
        <p:grpSpPr>
          <a:xfrm>
            <a:off x="3064089" y="1322496"/>
            <a:ext cx="3130304" cy="3130304"/>
            <a:chOff x="1725851" y="197234"/>
            <a:chExt cx="4799362" cy="4799363"/>
          </a:xfrm>
        </p:grpSpPr>
        <p:sp>
          <p:nvSpPr>
            <p:cNvPr id="299" name="Google Shape;299;p19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3500000"/>
                <a:gd name="adj2" fmla="val 162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0800000"/>
                <a:gd name="adj2" fmla="val 13500000"/>
                <a:gd name="adj3" fmla="val 3430"/>
              </a:avLst>
            </a:pr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8100000"/>
                <a:gd name="adj2" fmla="val 10800000"/>
                <a:gd name="adj3" fmla="val 343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5400000"/>
                <a:gd name="adj2" fmla="val 8100000"/>
                <a:gd name="adj3" fmla="val 3430"/>
              </a:avLst>
            </a:prstGeom>
            <a:solidFill>
              <a:srgbClr val="B4B4B4"/>
            </a:solidFill>
            <a:ln w="9525" cap="flat" cmpd="sng">
              <a:solidFill>
                <a:srgbClr val="A8A8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2700000"/>
                <a:gd name="adj2" fmla="val 54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0"/>
                <a:gd name="adj2" fmla="val 27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8900000"/>
                <a:gd name="adj2" fmla="val 0"/>
                <a:gd name="adj3" fmla="val 343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6200000"/>
                <a:gd name="adj2" fmla="val 189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3128723" y="1600108"/>
              <a:ext cx="1993614" cy="1993614"/>
            </a:xfrm>
            <a:custGeom>
              <a:avLst/>
              <a:gdLst/>
              <a:ahLst/>
              <a:cxnLst/>
              <a:rect l="l" t="t" r="r" b="b"/>
              <a:pathLst>
                <a:path w="1993614" h="1993614" extrusionOk="0">
                  <a:moveTo>
                    <a:pt x="0" y="996807"/>
                  </a:moveTo>
                  <a:cubicBezTo>
                    <a:pt x="0" y="446286"/>
                    <a:pt x="446286" y="0"/>
                    <a:pt x="996807" y="0"/>
                  </a:cubicBezTo>
                  <a:cubicBezTo>
                    <a:pt x="1547328" y="0"/>
                    <a:pt x="1993614" y="446286"/>
                    <a:pt x="1993614" y="996807"/>
                  </a:cubicBezTo>
                  <a:cubicBezTo>
                    <a:pt x="1993614" y="1547328"/>
                    <a:pt x="1547328" y="1993614"/>
                    <a:pt x="996807" y="1993614"/>
                  </a:cubicBezTo>
                  <a:cubicBezTo>
                    <a:pt x="446286" y="1993614"/>
                    <a:pt x="0" y="1547328"/>
                    <a:pt x="0" y="996807"/>
                  </a:cubicBezTo>
                  <a:close/>
                </a:path>
              </a:pathLst>
            </a:custGeom>
            <a:noFill/>
            <a:ln w="50800" cap="flat" cmpd="sng">
              <a:solidFill>
                <a:srgbClr val="4C4C4C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8100000" algn="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307175" tIns="307175" rIns="307175" bIns="307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endParaRPr sz="1200">
                <a:solidFill>
                  <a:srgbClr val="4C4C4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3657379" y="19723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5023178" y="762966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CCCC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558891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5023177" y="3494562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9D9D9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3657379" y="406029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9"/>
            <p:cNvSpPr/>
            <p:nvPr/>
          </p:nvSpPr>
          <p:spPr>
            <a:xfrm>
              <a:off x="2291582" y="34945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A8A8A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172585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2291581" y="76296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98989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6" name="Google Shape;31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6518" y="157277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122" y="384071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5784" y="3229619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0129" y="2284117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71063" y="1518775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06880" y="2182634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41355" y="3145032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14639" y="3877794"/>
            <a:ext cx="365816" cy="36581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9"/>
          <p:cNvSpPr txBox="1">
            <a:spLocks noGrp="1"/>
          </p:cNvSpPr>
          <p:nvPr>
            <p:ph type="body" idx="28"/>
          </p:nvPr>
        </p:nvSpPr>
        <p:spPr>
          <a:xfrm>
            <a:off x="4052675" y="2723156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7" name="Google Shape;327;p1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10_Custom Layout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body" idx="1"/>
          </p:nvPr>
        </p:nvSpPr>
        <p:spPr>
          <a:xfrm>
            <a:off x="630238" y="1455738"/>
            <a:ext cx="2933700" cy="30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>
            <a:spLocks noGrp="1"/>
          </p:cNvSpPr>
          <p:nvPr>
            <p:ph type="chart" idx="2"/>
          </p:nvPr>
        </p:nvSpPr>
        <p:spPr>
          <a:xfrm>
            <a:off x="3676650" y="1466850"/>
            <a:ext cx="484505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Calibri"/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35" name="Google Shape;33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pos="2245">
          <p15:clr>
            <a:srgbClr val="FBAE40"/>
          </p15:clr>
        </p15:guide>
        <p15:guide id="3" orient="horz" pos="917">
          <p15:clr>
            <a:srgbClr val="FBAE40"/>
          </p15:clr>
        </p15:guide>
        <p15:guide id="4" orient="horz" pos="284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1_Divid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8" name="Google Shape;33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0" name="Google Shape;34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  <p:pic>
        <p:nvPicPr>
          <p:cNvPr id="342" name="Google Shape;34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3 picture with caption">
  <p:cSld name="Title and 3 picture with caption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29841" y="600075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22"/>
          <p:cNvSpPr>
            <a:spLocks noGrp="1"/>
          </p:cNvSpPr>
          <p:nvPr>
            <p:ph type="pic" idx="2"/>
          </p:nvPr>
        </p:nvSpPr>
        <p:spPr>
          <a:xfrm>
            <a:off x="1445363" y="1382268"/>
            <a:ext cx="1668121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9" name="Google Shape;349;p22"/>
          <p:cNvSpPr>
            <a:spLocks noGrp="1"/>
          </p:cNvSpPr>
          <p:nvPr>
            <p:ph type="pic" idx="3"/>
          </p:nvPr>
        </p:nvSpPr>
        <p:spPr>
          <a:xfrm>
            <a:off x="3744984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0" name="Google Shape;350;p22"/>
          <p:cNvSpPr>
            <a:spLocks noGrp="1"/>
          </p:cNvSpPr>
          <p:nvPr>
            <p:ph type="pic" idx="4"/>
          </p:nvPr>
        </p:nvSpPr>
        <p:spPr>
          <a:xfrm>
            <a:off x="6055443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1" name="Google Shape;351;p22"/>
          <p:cNvSpPr txBox="1">
            <a:spLocks noGrp="1"/>
          </p:cNvSpPr>
          <p:nvPr>
            <p:ph type="body" idx="1"/>
          </p:nvPr>
        </p:nvSpPr>
        <p:spPr>
          <a:xfrm>
            <a:off x="1439466" y="3519224"/>
            <a:ext cx="1674019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2" name="Google Shape;352;p22"/>
          <p:cNvSpPr txBox="1">
            <a:spLocks noGrp="1"/>
          </p:cNvSpPr>
          <p:nvPr>
            <p:ph type="body" idx="5"/>
          </p:nvPr>
        </p:nvSpPr>
        <p:spPr>
          <a:xfrm>
            <a:off x="3744985" y="3519224"/>
            <a:ext cx="1654032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3" name="Google Shape;353;p22"/>
          <p:cNvSpPr txBox="1">
            <a:spLocks noGrp="1"/>
          </p:cNvSpPr>
          <p:nvPr>
            <p:ph type="body" idx="6"/>
          </p:nvPr>
        </p:nvSpPr>
        <p:spPr>
          <a:xfrm>
            <a:off x="6050503" y="3519223"/>
            <a:ext cx="1654032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4" name="Google Shape;354;p22"/>
          <p:cNvSpPr txBox="1">
            <a:spLocks noGrp="1"/>
          </p:cNvSpPr>
          <p:nvPr>
            <p:ph type="body" idx="7"/>
          </p:nvPr>
        </p:nvSpPr>
        <p:spPr>
          <a:xfrm>
            <a:off x="1439863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5" name="Google Shape;355;p22"/>
          <p:cNvSpPr txBox="1">
            <a:spLocks noGrp="1"/>
          </p:cNvSpPr>
          <p:nvPr>
            <p:ph type="body" idx="8"/>
          </p:nvPr>
        </p:nvSpPr>
        <p:spPr>
          <a:xfrm>
            <a:off x="3735388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6" name="Google Shape;356;p22"/>
          <p:cNvSpPr txBox="1">
            <a:spLocks noGrp="1"/>
          </p:cNvSpPr>
          <p:nvPr>
            <p:ph type="body" idx="9"/>
          </p:nvPr>
        </p:nvSpPr>
        <p:spPr>
          <a:xfrm>
            <a:off x="6050502" y="3862520"/>
            <a:ext cx="1658973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7" name="Google Shape;357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9" name="Google Shape;3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10">
          <p15:clr>
            <a:srgbClr val="FBAE40"/>
          </p15:clr>
        </p15:guide>
        <p15:guide id="2" orient="horz" pos="2391">
          <p15:clr>
            <a:srgbClr val="FBAE40"/>
          </p15:clr>
        </p15:guide>
        <p15:guide id="3" orient="horz" pos="2096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907">
          <p15:clr>
            <a:srgbClr val="FBAE40"/>
          </p15:clr>
        </p15:guide>
        <p15:guide id="6" orient="horz" pos="872">
          <p15:clr>
            <a:srgbClr val="FBAE40"/>
          </p15:clr>
        </p15:guide>
        <p15:guide id="7" pos="1961">
          <p15:clr>
            <a:srgbClr val="FBAE40"/>
          </p15:clr>
        </p15:guide>
        <p15:guide id="8" pos="2353">
          <p15:clr>
            <a:srgbClr val="FBAE40"/>
          </p15:clr>
        </p15:guide>
        <p15:guide id="9" pos="3407">
          <p15:clr>
            <a:srgbClr val="FBAE40"/>
          </p15:clr>
        </p15:guide>
        <p15:guide id="10" pos="3810">
          <p15:clr>
            <a:srgbClr val="FBAE40"/>
          </p15:clr>
        </p15:guide>
        <p15:guide id="11" pos="4853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2 pictures" preserve="1">
  <p:cSld name="1_Title and 2 picture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 txBox="1">
            <a:spLocks noGrp="1"/>
          </p:cNvSpPr>
          <p:nvPr>
            <p:ph type="title"/>
          </p:nvPr>
        </p:nvSpPr>
        <p:spPr>
          <a:xfrm>
            <a:off x="642473" y="546498"/>
            <a:ext cx="5902706" cy="56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4599929" y="1870236"/>
            <a:ext cx="3921771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>
            <a:spLocks noGrp="1"/>
          </p:cNvSpPr>
          <p:nvPr>
            <p:ph type="pic" idx="2"/>
          </p:nvPr>
        </p:nvSpPr>
        <p:spPr>
          <a:xfrm>
            <a:off x="4599929" y="1868092"/>
            <a:ext cx="3921771" cy="232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5" name="Google Shape;365;p23"/>
          <p:cNvSpPr>
            <a:spLocks noGrp="1"/>
          </p:cNvSpPr>
          <p:nvPr>
            <p:ph type="pic" idx="3"/>
          </p:nvPr>
        </p:nvSpPr>
        <p:spPr>
          <a:xfrm>
            <a:off x="621848" y="1868091"/>
            <a:ext cx="25920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6" name="Google Shape;366;p23"/>
          <p:cNvSpPr txBox="1">
            <a:spLocks noGrp="1"/>
          </p:cNvSpPr>
          <p:nvPr>
            <p:ph type="body" idx="1"/>
          </p:nvPr>
        </p:nvSpPr>
        <p:spPr>
          <a:xfrm>
            <a:off x="629841" y="3145632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215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7" name="Google Shape;367;p23"/>
          <p:cNvSpPr txBox="1">
            <a:spLocks noGrp="1"/>
          </p:cNvSpPr>
          <p:nvPr>
            <p:ph type="body" idx="4"/>
          </p:nvPr>
        </p:nvSpPr>
        <p:spPr>
          <a:xfrm>
            <a:off x="635000" y="3515616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  <a:defRPr sz="131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8" name="Google Shape;368;p23"/>
          <p:cNvSpPr txBox="1">
            <a:spLocks noGrp="1"/>
          </p:cNvSpPr>
          <p:nvPr>
            <p:ph type="dt" idx="10"/>
          </p:nvPr>
        </p:nvSpPr>
        <p:spPr>
          <a:xfrm>
            <a:off x="64247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23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70" name="Google Shape;37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4599929" y="1870236"/>
            <a:ext cx="3969000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9975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178">
          <p15:clr>
            <a:srgbClr val="FBAE40"/>
          </p15:clr>
        </p15:guide>
        <p15:guide id="3" orient="horz" pos="1671">
          <p15:clr>
            <a:srgbClr val="FBAE40"/>
          </p15:clr>
        </p15:guide>
        <p15:guide id="4" orient="horz" pos="1977">
          <p15:clr>
            <a:srgbClr val="FBAE40"/>
          </p15:clr>
        </p15:guide>
        <p15:guide id="5" orient="horz" pos="2930">
          <p15:clr>
            <a:srgbClr val="FBAE40"/>
          </p15:clr>
        </p15:guide>
        <p15:guide id="6" orient="horz" pos="2641">
          <p15:clr>
            <a:srgbClr val="FBAE40"/>
          </p15:clr>
        </p15:guide>
        <p15:guide id="7" pos="289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cons and Content">
  <p:cSld name="Title, Icons and Conten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7869" y="98885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869" y="146904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869" y="1948824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869" y="2427167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7868" y="2907797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>
            <a:spLocks noGrp="1"/>
          </p:cNvSpPr>
          <p:nvPr>
            <p:ph type="body" idx="1"/>
          </p:nvPr>
        </p:nvSpPr>
        <p:spPr>
          <a:xfrm>
            <a:off x="878243" y="1572506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1" name="Google Shape;381;p24"/>
          <p:cNvSpPr txBox="1">
            <a:spLocks noGrp="1"/>
          </p:cNvSpPr>
          <p:nvPr>
            <p:ph type="body" idx="2"/>
          </p:nvPr>
        </p:nvSpPr>
        <p:spPr>
          <a:xfrm>
            <a:off x="878243" y="1088140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2" name="Google Shape;382;p24"/>
          <p:cNvSpPr txBox="1">
            <a:spLocks noGrp="1"/>
          </p:cNvSpPr>
          <p:nvPr>
            <p:ph type="body" idx="3"/>
          </p:nvPr>
        </p:nvSpPr>
        <p:spPr>
          <a:xfrm>
            <a:off x="878243" y="2046971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3" name="Google Shape;383;p24"/>
          <p:cNvSpPr txBox="1">
            <a:spLocks noGrp="1"/>
          </p:cNvSpPr>
          <p:nvPr>
            <p:ph type="body" idx="4"/>
          </p:nvPr>
        </p:nvSpPr>
        <p:spPr>
          <a:xfrm>
            <a:off x="878243" y="252895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4" name="Google Shape;384;p24"/>
          <p:cNvSpPr txBox="1">
            <a:spLocks noGrp="1"/>
          </p:cNvSpPr>
          <p:nvPr>
            <p:ph type="body" idx="5"/>
          </p:nvPr>
        </p:nvSpPr>
        <p:spPr>
          <a:xfrm>
            <a:off x="878243" y="300539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5" name="Google Shape;385;p24"/>
          <p:cNvSpPr txBox="1">
            <a:spLocks noGrp="1"/>
          </p:cNvSpPr>
          <p:nvPr>
            <p:ph type="body" idx="6"/>
          </p:nvPr>
        </p:nvSpPr>
        <p:spPr>
          <a:xfrm>
            <a:off x="4359486" y="1572507"/>
            <a:ext cx="2413617" cy="231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6" name="Google Shape;386;p24"/>
          <p:cNvSpPr txBox="1">
            <a:spLocks noGrp="1"/>
          </p:cNvSpPr>
          <p:nvPr>
            <p:ph type="body" idx="7"/>
          </p:nvPr>
        </p:nvSpPr>
        <p:spPr>
          <a:xfrm>
            <a:off x="4359486" y="1088140"/>
            <a:ext cx="2413617" cy="24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body" idx="8"/>
          </p:nvPr>
        </p:nvSpPr>
        <p:spPr>
          <a:xfrm>
            <a:off x="4359486" y="2046971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8" name="Google Shape;388;p24"/>
          <p:cNvSpPr txBox="1">
            <a:spLocks noGrp="1"/>
          </p:cNvSpPr>
          <p:nvPr>
            <p:ph type="body" idx="9"/>
          </p:nvPr>
        </p:nvSpPr>
        <p:spPr>
          <a:xfrm>
            <a:off x="4359486" y="252895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body" idx="13"/>
          </p:nvPr>
        </p:nvSpPr>
        <p:spPr>
          <a:xfrm>
            <a:off x="4359486" y="300539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2" name="Google Shape;3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427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427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427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427" y="243555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0426" y="291618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4155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4154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74153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74153" y="2434706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74153" y="2914489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4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78">
          <p15:clr>
            <a:srgbClr val="FBAE40"/>
          </p15:clr>
        </p15:guide>
        <p15:guide id="2" pos="397">
          <p15:clr>
            <a:srgbClr val="FBAE40"/>
          </p15:clr>
        </p15:guide>
        <p15:guide id="3" orient="horz" pos="378">
          <p15:clr>
            <a:srgbClr val="FBAE40"/>
          </p15:clr>
        </p15:guide>
        <p15:guide id="4" orient="horz" pos="923">
          <p15:clr>
            <a:srgbClr val="FBAE40"/>
          </p15:clr>
        </p15:guide>
        <p15:guide id="5" pos="1638">
          <p15:clr>
            <a:srgbClr val="FBAE40"/>
          </p15:clr>
        </p15:guide>
        <p15:guide id="6" pos="3578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pos="1877">
          <p15:clr>
            <a:srgbClr val="FBAE40"/>
          </p15:clr>
        </p15:guide>
        <p15:guide id="9" pos="1928">
          <p15:clr>
            <a:srgbClr val="FBAE40"/>
          </p15:clr>
        </p15:guide>
        <p15:guide id="10" pos="3833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Section Header">
  <p:cSld name="5_Section Header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629841" y="2556933"/>
            <a:ext cx="7891859" cy="82662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" name="Google Shape;408;p25"/>
          <p:cNvGrpSpPr/>
          <p:nvPr/>
        </p:nvGrpSpPr>
        <p:grpSpPr>
          <a:xfrm>
            <a:off x="994787" y="3020755"/>
            <a:ext cx="775019" cy="174751"/>
            <a:chOff x="1326382" y="4041646"/>
            <a:chExt cx="2597497" cy="653143"/>
          </a:xfrm>
        </p:grpSpPr>
        <p:sp>
          <p:nvSpPr>
            <p:cNvPr id="409" name="Google Shape;409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25"/>
          <p:cNvSpPr txBox="1">
            <a:spLocks noGrp="1"/>
          </p:cNvSpPr>
          <p:nvPr>
            <p:ph type="body" idx="1"/>
          </p:nvPr>
        </p:nvSpPr>
        <p:spPr>
          <a:xfrm>
            <a:off x="1029406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5" name="Google Shape;415;p25"/>
          <p:cNvSpPr txBox="1">
            <a:spLocks noGrp="1"/>
          </p:cNvSpPr>
          <p:nvPr>
            <p:ph type="body" idx="2"/>
          </p:nvPr>
        </p:nvSpPr>
        <p:spPr>
          <a:xfrm>
            <a:off x="1921844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6" name="Google Shape;416;p25"/>
          <p:cNvSpPr txBox="1">
            <a:spLocks noGrp="1"/>
          </p:cNvSpPr>
          <p:nvPr>
            <p:ph type="body" idx="3"/>
          </p:nvPr>
        </p:nvSpPr>
        <p:spPr>
          <a:xfrm>
            <a:off x="2868429" y="3714682"/>
            <a:ext cx="2471738" cy="13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7" name="Google Shape;417;p25"/>
          <p:cNvSpPr txBox="1">
            <a:spLocks noGrp="1"/>
          </p:cNvSpPr>
          <p:nvPr>
            <p:ph type="dt" idx="10"/>
          </p:nvPr>
        </p:nvSpPr>
        <p:spPr>
          <a:xfrm>
            <a:off x="6367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5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9" name="Google Shape;41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629841" y="2535239"/>
            <a:ext cx="7939088" cy="84831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25"/>
          <p:cNvGrpSpPr/>
          <p:nvPr/>
        </p:nvGrpSpPr>
        <p:grpSpPr>
          <a:xfrm>
            <a:off x="923664" y="3020755"/>
            <a:ext cx="775019" cy="174751"/>
            <a:chOff x="1326382" y="4041646"/>
            <a:chExt cx="2597497" cy="653143"/>
          </a:xfrm>
        </p:grpSpPr>
        <p:sp>
          <p:nvSpPr>
            <p:cNvPr id="423" name="Google Shape;423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25"/>
          <p:cNvSpPr txBox="1">
            <a:spLocks noGrp="1"/>
          </p:cNvSpPr>
          <p:nvPr>
            <p:ph type="body" idx="4"/>
          </p:nvPr>
        </p:nvSpPr>
        <p:spPr>
          <a:xfrm>
            <a:off x="958283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9" name="Google Shape;429;p25"/>
          <p:cNvSpPr txBox="1">
            <a:spLocks noGrp="1"/>
          </p:cNvSpPr>
          <p:nvPr>
            <p:ph type="body" idx="5"/>
          </p:nvPr>
        </p:nvSpPr>
        <p:spPr>
          <a:xfrm>
            <a:off x="1850721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0" name="Google Shape;430;p25"/>
          <p:cNvSpPr txBox="1">
            <a:spLocks noGrp="1"/>
          </p:cNvSpPr>
          <p:nvPr>
            <p:ph type="title"/>
          </p:nvPr>
        </p:nvSpPr>
        <p:spPr>
          <a:xfrm>
            <a:off x="630238" y="600075"/>
            <a:ext cx="6246812" cy="44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1" name="Google Shape;43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210">
          <p15:clr>
            <a:srgbClr val="FBAE40"/>
          </p15:clr>
        </p15:guide>
        <p15:guide id="3" orient="horz" pos="2130">
          <p15:clr>
            <a:srgbClr val="FBAE40"/>
          </p15:clr>
        </p15:guide>
        <p15:guide id="4" orient="horz" pos="1597">
          <p15:clr>
            <a:srgbClr val="FBAE40"/>
          </p15:clr>
        </p15:guide>
        <p15:guide id="5" orient="horz" pos="2641">
          <p15:clr>
            <a:srgbClr val="FBAE40"/>
          </p15:clr>
        </p15:guide>
        <p15:guide id="6" pos="1134">
          <p15:clr>
            <a:srgbClr val="FBAE40"/>
          </p15:clr>
        </p15:guide>
        <p15:guide id="7" pos="433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Imeline Infographic">
  <p:cSld name="Title and TImeline Infographic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35" name="Google Shape;435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 txBox="1">
            <a:spLocks noGrp="1"/>
          </p:cNvSpPr>
          <p:nvPr>
            <p:ph type="body" idx="1"/>
          </p:nvPr>
        </p:nvSpPr>
        <p:spPr>
          <a:xfrm>
            <a:off x="991750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7" name="Google Shape;437;p26"/>
          <p:cNvSpPr txBox="1">
            <a:spLocks noGrp="1"/>
          </p:cNvSpPr>
          <p:nvPr>
            <p:ph type="body" idx="2"/>
          </p:nvPr>
        </p:nvSpPr>
        <p:spPr>
          <a:xfrm>
            <a:off x="991750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8" name="Google Shape;438;p26"/>
          <p:cNvSpPr txBox="1">
            <a:spLocks noGrp="1"/>
          </p:cNvSpPr>
          <p:nvPr>
            <p:ph type="body" idx="3"/>
          </p:nvPr>
        </p:nvSpPr>
        <p:spPr>
          <a:xfrm>
            <a:off x="991750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9" name="Google Shape;439;p26"/>
          <p:cNvSpPr txBox="1">
            <a:spLocks noGrp="1"/>
          </p:cNvSpPr>
          <p:nvPr>
            <p:ph type="body" idx="4"/>
          </p:nvPr>
        </p:nvSpPr>
        <p:spPr>
          <a:xfrm>
            <a:off x="244048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0" name="Google Shape;440;p26"/>
          <p:cNvSpPr txBox="1">
            <a:spLocks noGrp="1"/>
          </p:cNvSpPr>
          <p:nvPr>
            <p:ph type="body" idx="5"/>
          </p:nvPr>
        </p:nvSpPr>
        <p:spPr>
          <a:xfrm>
            <a:off x="244048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1" name="Google Shape;441;p26"/>
          <p:cNvSpPr txBox="1">
            <a:spLocks noGrp="1"/>
          </p:cNvSpPr>
          <p:nvPr>
            <p:ph type="body" idx="6"/>
          </p:nvPr>
        </p:nvSpPr>
        <p:spPr>
          <a:xfrm>
            <a:off x="244048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2" name="Google Shape;442;p26"/>
          <p:cNvSpPr txBox="1">
            <a:spLocks noGrp="1"/>
          </p:cNvSpPr>
          <p:nvPr>
            <p:ph type="body" idx="7"/>
          </p:nvPr>
        </p:nvSpPr>
        <p:spPr>
          <a:xfrm>
            <a:off x="389229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3" name="Google Shape;443;p26"/>
          <p:cNvSpPr txBox="1">
            <a:spLocks noGrp="1"/>
          </p:cNvSpPr>
          <p:nvPr>
            <p:ph type="body" idx="8"/>
          </p:nvPr>
        </p:nvSpPr>
        <p:spPr>
          <a:xfrm>
            <a:off x="389229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4" name="Google Shape;444;p26"/>
          <p:cNvSpPr txBox="1">
            <a:spLocks noGrp="1"/>
          </p:cNvSpPr>
          <p:nvPr>
            <p:ph type="body" idx="9"/>
          </p:nvPr>
        </p:nvSpPr>
        <p:spPr>
          <a:xfrm>
            <a:off x="389229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5" name="Google Shape;445;p26"/>
          <p:cNvSpPr txBox="1">
            <a:spLocks noGrp="1"/>
          </p:cNvSpPr>
          <p:nvPr>
            <p:ph type="body" idx="13"/>
          </p:nvPr>
        </p:nvSpPr>
        <p:spPr>
          <a:xfrm>
            <a:off x="5326899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6" name="Google Shape;446;p26"/>
          <p:cNvSpPr txBox="1">
            <a:spLocks noGrp="1"/>
          </p:cNvSpPr>
          <p:nvPr>
            <p:ph type="body" idx="14"/>
          </p:nvPr>
        </p:nvSpPr>
        <p:spPr>
          <a:xfrm>
            <a:off x="5326899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7" name="Google Shape;447;p26"/>
          <p:cNvSpPr txBox="1">
            <a:spLocks noGrp="1"/>
          </p:cNvSpPr>
          <p:nvPr>
            <p:ph type="body" idx="15"/>
          </p:nvPr>
        </p:nvSpPr>
        <p:spPr>
          <a:xfrm>
            <a:off x="5326899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8" name="Google Shape;448;p26"/>
          <p:cNvSpPr txBox="1">
            <a:spLocks noGrp="1"/>
          </p:cNvSpPr>
          <p:nvPr>
            <p:ph type="body" idx="16"/>
          </p:nvPr>
        </p:nvSpPr>
        <p:spPr>
          <a:xfrm>
            <a:off x="6735161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17"/>
          </p:nvPr>
        </p:nvSpPr>
        <p:spPr>
          <a:xfrm>
            <a:off x="6735161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0" name="Google Shape;450;p26"/>
          <p:cNvSpPr txBox="1">
            <a:spLocks noGrp="1"/>
          </p:cNvSpPr>
          <p:nvPr>
            <p:ph type="body" idx="18"/>
          </p:nvPr>
        </p:nvSpPr>
        <p:spPr>
          <a:xfrm>
            <a:off x="6735161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1" name="Google Shape;451;p26"/>
          <p:cNvSpPr txBox="1">
            <a:spLocks noGrp="1"/>
          </p:cNvSpPr>
          <p:nvPr>
            <p:ph type="body" idx="19"/>
          </p:nvPr>
        </p:nvSpPr>
        <p:spPr>
          <a:xfrm>
            <a:off x="904066" y="3531649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2" name="Google Shape;452;p26"/>
          <p:cNvSpPr txBox="1">
            <a:spLocks noGrp="1"/>
          </p:cNvSpPr>
          <p:nvPr>
            <p:ph type="body" idx="20"/>
          </p:nvPr>
        </p:nvSpPr>
        <p:spPr>
          <a:xfrm>
            <a:off x="2352802" y="3531649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3" name="Google Shape;453;p26"/>
          <p:cNvSpPr txBox="1">
            <a:spLocks noGrp="1"/>
          </p:cNvSpPr>
          <p:nvPr>
            <p:ph type="body" idx="21"/>
          </p:nvPr>
        </p:nvSpPr>
        <p:spPr>
          <a:xfrm>
            <a:off x="3829621" y="3531648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4" name="Google Shape;454;p26"/>
          <p:cNvSpPr txBox="1">
            <a:spLocks noGrp="1"/>
          </p:cNvSpPr>
          <p:nvPr>
            <p:ph type="body" idx="22"/>
          </p:nvPr>
        </p:nvSpPr>
        <p:spPr>
          <a:xfrm>
            <a:off x="5306440" y="3531648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body" idx="23"/>
          </p:nvPr>
        </p:nvSpPr>
        <p:spPr>
          <a:xfrm>
            <a:off x="6755176" y="3531647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9" name="Google Shape;45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">
  <p:cSld name="Title and Doughnut Char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3" name="Google Shape;463;p2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5" name="Google Shape;46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ne Chart">
  <p:cSld name="Title and Line Char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0" name="Google Shape;470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630238" y="1600199"/>
            <a:ext cx="3182128" cy="3006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3" name="Google Shape;473;p28"/>
          <p:cNvSpPr txBox="1">
            <a:spLocks noGrp="1"/>
          </p:cNvSpPr>
          <p:nvPr>
            <p:ph type="body" idx="2"/>
          </p:nvPr>
        </p:nvSpPr>
        <p:spPr>
          <a:xfrm>
            <a:off x="5306779" y="3059187"/>
            <a:ext cx="671653" cy="3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4" name="Google Shape;474;p28"/>
          <p:cNvSpPr txBox="1">
            <a:spLocks noGrp="1"/>
          </p:cNvSpPr>
          <p:nvPr>
            <p:ph type="body" idx="3"/>
          </p:nvPr>
        </p:nvSpPr>
        <p:spPr>
          <a:xfrm>
            <a:off x="6894111" y="3052728"/>
            <a:ext cx="671653" cy="32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5" name="Google Shape;475;p28"/>
          <p:cNvSpPr txBox="1">
            <a:spLocks noGrp="1"/>
          </p:cNvSpPr>
          <p:nvPr>
            <p:ph type="body" idx="4"/>
          </p:nvPr>
        </p:nvSpPr>
        <p:spPr>
          <a:xfrm>
            <a:off x="5306778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6" name="Google Shape;476;p28"/>
          <p:cNvSpPr txBox="1">
            <a:spLocks noGrp="1"/>
          </p:cNvSpPr>
          <p:nvPr>
            <p:ph type="body" idx="5"/>
          </p:nvPr>
        </p:nvSpPr>
        <p:spPr>
          <a:xfrm>
            <a:off x="5299344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7" name="Google Shape;477;p28"/>
          <p:cNvSpPr txBox="1">
            <a:spLocks noGrp="1"/>
          </p:cNvSpPr>
          <p:nvPr>
            <p:ph type="body" idx="6"/>
          </p:nvPr>
        </p:nvSpPr>
        <p:spPr>
          <a:xfrm>
            <a:off x="6890089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7"/>
          </p:nvPr>
        </p:nvSpPr>
        <p:spPr>
          <a:xfrm>
            <a:off x="6882655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9" name="Google Shape;479;p28"/>
          <p:cNvSpPr>
            <a:spLocks noGrp="1"/>
          </p:cNvSpPr>
          <p:nvPr>
            <p:ph type="chart" idx="8"/>
          </p:nvPr>
        </p:nvSpPr>
        <p:spPr>
          <a:xfrm>
            <a:off x="5295900" y="1600200"/>
            <a:ext cx="3225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1" name="Google Shape;48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8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5" name="Google Shape;48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2754">
          <p15:clr>
            <a:srgbClr val="FBAE40"/>
          </p15:clr>
        </p15:guide>
        <p15:guide id="4" pos="24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 2">
  <p:cSld name="Title and Doughnut Chart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89" name="Google Shape;48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9"/>
          <p:cNvSpPr txBox="1">
            <a:spLocks noGrp="1"/>
          </p:cNvSpPr>
          <p:nvPr>
            <p:ph type="body" idx="1"/>
          </p:nvPr>
        </p:nvSpPr>
        <p:spPr>
          <a:xfrm>
            <a:off x="2286696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3" name="Google Shape;493;p29"/>
          <p:cNvSpPr txBox="1">
            <a:spLocks noGrp="1"/>
          </p:cNvSpPr>
          <p:nvPr>
            <p:ph type="body" idx="2"/>
          </p:nvPr>
        </p:nvSpPr>
        <p:spPr>
          <a:xfrm>
            <a:off x="2286696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4" name="Google Shape;494;p29"/>
          <p:cNvSpPr txBox="1">
            <a:spLocks noGrp="1"/>
          </p:cNvSpPr>
          <p:nvPr>
            <p:ph type="body" idx="3"/>
          </p:nvPr>
        </p:nvSpPr>
        <p:spPr>
          <a:xfrm>
            <a:off x="4973335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5" name="Google Shape;495;p29"/>
          <p:cNvSpPr txBox="1">
            <a:spLocks noGrp="1"/>
          </p:cNvSpPr>
          <p:nvPr>
            <p:ph type="body" idx="4"/>
          </p:nvPr>
        </p:nvSpPr>
        <p:spPr>
          <a:xfrm>
            <a:off x="4973335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96" name="Google Shape;49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9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01" name="Google Shape;501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2">
  <p:cSld name="Title and Infographic 2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3" name="Google Shape;533;p31" descr="C:\Users\diyajoseph\Desktop\New folder (3)\Infographics-01-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49184" y="1331625"/>
            <a:ext cx="3644856" cy="364485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1"/>
          <p:cNvSpPr txBox="1">
            <a:spLocks noGrp="1"/>
          </p:cNvSpPr>
          <p:nvPr>
            <p:ph type="body" idx="1"/>
          </p:nvPr>
        </p:nvSpPr>
        <p:spPr>
          <a:xfrm>
            <a:off x="630238" y="1347788"/>
            <a:ext cx="3182128" cy="277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5" name="Google Shape;535;p31"/>
          <p:cNvSpPr txBox="1">
            <a:spLocks noGrp="1"/>
          </p:cNvSpPr>
          <p:nvPr>
            <p:ph type="body" idx="2"/>
          </p:nvPr>
        </p:nvSpPr>
        <p:spPr>
          <a:xfrm>
            <a:off x="6433953" y="172210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6" name="Google Shape;536;p31"/>
          <p:cNvSpPr txBox="1">
            <a:spLocks noGrp="1"/>
          </p:cNvSpPr>
          <p:nvPr>
            <p:ph type="body" idx="3"/>
          </p:nvPr>
        </p:nvSpPr>
        <p:spPr>
          <a:xfrm>
            <a:off x="6433953" y="198777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7" name="Google Shape;537;p31"/>
          <p:cNvSpPr txBox="1">
            <a:spLocks noGrp="1"/>
          </p:cNvSpPr>
          <p:nvPr>
            <p:ph type="body" idx="4"/>
          </p:nvPr>
        </p:nvSpPr>
        <p:spPr>
          <a:xfrm>
            <a:off x="4628562" y="3026158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8" name="Google Shape;538;p31"/>
          <p:cNvSpPr txBox="1">
            <a:spLocks noGrp="1"/>
          </p:cNvSpPr>
          <p:nvPr>
            <p:ph type="body" idx="5"/>
          </p:nvPr>
        </p:nvSpPr>
        <p:spPr>
          <a:xfrm>
            <a:off x="7003447" y="278373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9" name="Google Shape;539;p31"/>
          <p:cNvSpPr txBox="1">
            <a:spLocks noGrp="1"/>
          </p:cNvSpPr>
          <p:nvPr>
            <p:ph type="body" idx="6"/>
          </p:nvPr>
        </p:nvSpPr>
        <p:spPr>
          <a:xfrm>
            <a:off x="7009593" y="3303767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0" name="Google Shape;540;p31"/>
          <p:cNvSpPr txBox="1">
            <a:spLocks noGrp="1"/>
          </p:cNvSpPr>
          <p:nvPr>
            <p:ph type="body" idx="7"/>
          </p:nvPr>
        </p:nvSpPr>
        <p:spPr>
          <a:xfrm>
            <a:off x="7009593" y="356943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1" name="Google Shape;541;p31"/>
          <p:cNvSpPr txBox="1">
            <a:spLocks noGrp="1"/>
          </p:cNvSpPr>
          <p:nvPr>
            <p:ph type="body" idx="8"/>
          </p:nvPr>
        </p:nvSpPr>
        <p:spPr>
          <a:xfrm>
            <a:off x="6433953" y="403431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2" name="Google Shape;542;p31"/>
          <p:cNvSpPr txBox="1">
            <a:spLocks noGrp="1"/>
          </p:cNvSpPr>
          <p:nvPr>
            <p:ph type="body" idx="9"/>
          </p:nvPr>
        </p:nvSpPr>
        <p:spPr>
          <a:xfrm>
            <a:off x="6433953" y="429997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3" name="Google Shape;543;p31"/>
          <p:cNvSpPr txBox="1">
            <a:spLocks noGrp="1"/>
          </p:cNvSpPr>
          <p:nvPr>
            <p:ph type="body" idx="13"/>
          </p:nvPr>
        </p:nvSpPr>
        <p:spPr>
          <a:xfrm>
            <a:off x="7001132" y="252495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849">
          <p15:clr>
            <a:srgbClr val="FBAE40"/>
          </p15:clr>
        </p15:guide>
        <p15:guide id="3" orient="horz" pos="2663">
          <p15:clr>
            <a:srgbClr val="FBAE40"/>
          </p15:clr>
        </p15:guide>
        <p15:guide id="4" pos="25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3">
  <p:cSld name="Title and Infographic 3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9" name="Google Shape;549;p32"/>
          <p:cNvSpPr txBox="1">
            <a:spLocks noGrp="1"/>
          </p:cNvSpPr>
          <p:nvPr>
            <p:ph type="body" idx="1"/>
          </p:nvPr>
        </p:nvSpPr>
        <p:spPr>
          <a:xfrm>
            <a:off x="2184783" y="1316876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0" name="Google Shape;550;p32"/>
          <p:cNvSpPr txBox="1">
            <a:spLocks noGrp="1"/>
          </p:cNvSpPr>
          <p:nvPr>
            <p:ph type="body" idx="2"/>
          </p:nvPr>
        </p:nvSpPr>
        <p:spPr>
          <a:xfrm>
            <a:off x="2184783" y="1496505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1" name="Google Shape;551;p32"/>
          <p:cNvSpPr txBox="1">
            <a:spLocks noGrp="1"/>
          </p:cNvSpPr>
          <p:nvPr>
            <p:ph type="body" idx="3"/>
          </p:nvPr>
        </p:nvSpPr>
        <p:spPr>
          <a:xfrm>
            <a:off x="2184783" y="1708544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2" name="Google Shape;552;p32"/>
          <p:cNvSpPr txBox="1">
            <a:spLocks noGrp="1"/>
          </p:cNvSpPr>
          <p:nvPr>
            <p:ph type="body" idx="4"/>
          </p:nvPr>
        </p:nvSpPr>
        <p:spPr>
          <a:xfrm>
            <a:off x="1648313" y="216053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3" name="Google Shape;553;p32"/>
          <p:cNvSpPr txBox="1">
            <a:spLocks noGrp="1"/>
          </p:cNvSpPr>
          <p:nvPr>
            <p:ph type="body" idx="5"/>
          </p:nvPr>
        </p:nvSpPr>
        <p:spPr>
          <a:xfrm>
            <a:off x="1648313" y="234016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4" name="Google Shape;554;p32"/>
          <p:cNvSpPr txBox="1">
            <a:spLocks noGrp="1"/>
          </p:cNvSpPr>
          <p:nvPr>
            <p:ph type="body" idx="6"/>
          </p:nvPr>
        </p:nvSpPr>
        <p:spPr>
          <a:xfrm>
            <a:off x="1648313" y="255220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5" name="Google Shape;555;p32"/>
          <p:cNvSpPr txBox="1">
            <a:spLocks noGrp="1"/>
          </p:cNvSpPr>
          <p:nvPr>
            <p:ph type="body" idx="7"/>
          </p:nvPr>
        </p:nvSpPr>
        <p:spPr>
          <a:xfrm>
            <a:off x="1670695" y="3113991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6" name="Google Shape;556;p32"/>
          <p:cNvSpPr txBox="1">
            <a:spLocks noGrp="1"/>
          </p:cNvSpPr>
          <p:nvPr>
            <p:ph type="body" idx="8"/>
          </p:nvPr>
        </p:nvSpPr>
        <p:spPr>
          <a:xfrm>
            <a:off x="1670695" y="3293620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7" name="Google Shape;557;p32"/>
          <p:cNvSpPr txBox="1">
            <a:spLocks noGrp="1"/>
          </p:cNvSpPr>
          <p:nvPr>
            <p:ph type="body" idx="9"/>
          </p:nvPr>
        </p:nvSpPr>
        <p:spPr>
          <a:xfrm>
            <a:off x="1670695" y="3505659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8" name="Google Shape;558;p32"/>
          <p:cNvSpPr txBox="1">
            <a:spLocks noGrp="1"/>
          </p:cNvSpPr>
          <p:nvPr>
            <p:ph type="body" idx="13"/>
          </p:nvPr>
        </p:nvSpPr>
        <p:spPr>
          <a:xfrm>
            <a:off x="2154251" y="3833167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9" name="Google Shape;559;p32"/>
          <p:cNvSpPr txBox="1">
            <a:spLocks noGrp="1"/>
          </p:cNvSpPr>
          <p:nvPr>
            <p:ph type="body" idx="14"/>
          </p:nvPr>
        </p:nvSpPr>
        <p:spPr>
          <a:xfrm>
            <a:off x="2154251" y="4012796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0" name="Google Shape;560;p32"/>
          <p:cNvSpPr txBox="1">
            <a:spLocks noGrp="1"/>
          </p:cNvSpPr>
          <p:nvPr>
            <p:ph type="body" idx="15"/>
          </p:nvPr>
        </p:nvSpPr>
        <p:spPr>
          <a:xfrm>
            <a:off x="2154251" y="4224835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16"/>
          </p:nvPr>
        </p:nvSpPr>
        <p:spPr>
          <a:xfrm>
            <a:off x="5711844" y="127468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2" name="Google Shape;562;p32"/>
          <p:cNvSpPr txBox="1">
            <a:spLocks noGrp="1"/>
          </p:cNvSpPr>
          <p:nvPr>
            <p:ph type="body" idx="17"/>
          </p:nvPr>
        </p:nvSpPr>
        <p:spPr>
          <a:xfrm>
            <a:off x="5711844" y="145431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3" name="Google Shape;563;p32"/>
          <p:cNvSpPr txBox="1">
            <a:spLocks noGrp="1"/>
          </p:cNvSpPr>
          <p:nvPr>
            <p:ph type="body" idx="18"/>
          </p:nvPr>
        </p:nvSpPr>
        <p:spPr>
          <a:xfrm>
            <a:off x="5711844" y="166635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4" name="Google Shape;564;p32"/>
          <p:cNvSpPr txBox="1">
            <a:spLocks noGrp="1"/>
          </p:cNvSpPr>
          <p:nvPr>
            <p:ph type="body" idx="19"/>
          </p:nvPr>
        </p:nvSpPr>
        <p:spPr>
          <a:xfrm>
            <a:off x="6247590" y="2081713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5" name="Google Shape;565;p32"/>
          <p:cNvSpPr txBox="1">
            <a:spLocks noGrp="1"/>
          </p:cNvSpPr>
          <p:nvPr>
            <p:ph type="body" idx="20"/>
          </p:nvPr>
        </p:nvSpPr>
        <p:spPr>
          <a:xfrm>
            <a:off x="6247590" y="2261342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6" name="Google Shape;566;p32"/>
          <p:cNvSpPr txBox="1">
            <a:spLocks noGrp="1"/>
          </p:cNvSpPr>
          <p:nvPr>
            <p:ph type="body" idx="21"/>
          </p:nvPr>
        </p:nvSpPr>
        <p:spPr>
          <a:xfrm>
            <a:off x="6247590" y="2473381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7" name="Google Shape;567;p32"/>
          <p:cNvSpPr txBox="1">
            <a:spLocks noGrp="1"/>
          </p:cNvSpPr>
          <p:nvPr>
            <p:ph type="body" idx="22"/>
          </p:nvPr>
        </p:nvSpPr>
        <p:spPr>
          <a:xfrm>
            <a:off x="6247590" y="3009669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8" name="Google Shape;568;p32"/>
          <p:cNvSpPr txBox="1">
            <a:spLocks noGrp="1"/>
          </p:cNvSpPr>
          <p:nvPr>
            <p:ph type="body" idx="23"/>
          </p:nvPr>
        </p:nvSpPr>
        <p:spPr>
          <a:xfrm>
            <a:off x="6247590" y="3189298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9" name="Google Shape;569;p32"/>
          <p:cNvSpPr txBox="1">
            <a:spLocks noGrp="1"/>
          </p:cNvSpPr>
          <p:nvPr>
            <p:ph type="body" idx="24"/>
          </p:nvPr>
        </p:nvSpPr>
        <p:spPr>
          <a:xfrm>
            <a:off x="6247590" y="3401337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0" name="Google Shape;570;p32"/>
          <p:cNvSpPr txBox="1">
            <a:spLocks noGrp="1"/>
          </p:cNvSpPr>
          <p:nvPr>
            <p:ph type="body" idx="25"/>
          </p:nvPr>
        </p:nvSpPr>
        <p:spPr>
          <a:xfrm>
            <a:off x="5911033" y="3827718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1" name="Google Shape;571;p32"/>
          <p:cNvSpPr txBox="1">
            <a:spLocks noGrp="1"/>
          </p:cNvSpPr>
          <p:nvPr>
            <p:ph type="body" idx="26"/>
          </p:nvPr>
        </p:nvSpPr>
        <p:spPr>
          <a:xfrm>
            <a:off x="5911033" y="4007347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2" name="Google Shape;572;p32"/>
          <p:cNvSpPr txBox="1">
            <a:spLocks noGrp="1"/>
          </p:cNvSpPr>
          <p:nvPr>
            <p:ph type="body" idx="27"/>
          </p:nvPr>
        </p:nvSpPr>
        <p:spPr>
          <a:xfrm>
            <a:off x="5911033" y="4219386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573" name="Google Shape;573;p32"/>
          <p:cNvGrpSpPr/>
          <p:nvPr/>
        </p:nvGrpSpPr>
        <p:grpSpPr>
          <a:xfrm>
            <a:off x="3064089" y="1322496"/>
            <a:ext cx="3130304" cy="3130304"/>
            <a:chOff x="1725851" y="197234"/>
            <a:chExt cx="4799362" cy="4799363"/>
          </a:xfrm>
        </p:grpSpPr>
        <p:sp>
          <p:nvSpPr>
            <p:cNvPr id="574" name="Google Shape;574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3500000"/>
                <a:gd name="adj2" fmla="val 162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0800000"/>
                <a:gd name="adj2" fmla="val 13500000"/>
                <a:gd name="adj3" fmla="val 3430"/>
              </a:avLst>
            </a:pr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8100000"/>
                <a:gd name="adj2" fmla="val 10800000"/>
                <a:gd name="adj3" fmla="val 343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5400000"/>
                <a:gd name="adj2" fmla="val 8100000"/>
                <a:gd name="adj3" fmla="val 3430"/>
              </a:avLst>
            </a:prstGeom>
            <a:solidFill>
              <a:srgbClr val="B4B4B4"/>
            </a:solidFill>
            <a:ln w="9525" cap="flat" cmpd="sng">
              <a:solidFill>
                <a:srgbClr val="A8A8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2700000"/>
                <a:gd name="adj2" fmla="val 54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0"/>
                <a:gd name="adj2" fmla="val 27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8900000"/>
                <a:gd name="adj2" fmla="val 0"/>
                <a:gd name="adj3" fmla="val 343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6200000"/>
                <a:gd name="adj2" fmla="val 189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3128723" y="1600108"/>
              <a:ext cx="1993614" cy="1993614"/>
            </a:xfrm>
            <a:custGeom>
              <a:avLst/>
              <a:gdLst/>
              <a:ahLst/>
              <a:cxnLst/>
              <a:rect l="l" t="t" r="r" b="b"/>
              <a:pathLst>
                <a:path w="1993614" h="1993614" extrusionOk="0">
                  <a:moveTo>
                    <a:pt x="0" y="996807"/>
                  </a:moveTo>
                  <a:cubicBezTo>
                    <a:pt x="0" y="446286"/>
                    <a:pt x="446286" y="0"/>
                    <a:pt x="996807" y="0"/>
                  </a:cubicBezTo>
                  <a:cubicBezTo>
                    <a:pt x="1547328" y="0"/>
                    <a:pt x="1993614" y="446286"/>
                    <a:pt x="1993614" y="996807"/>
                  </a:cubicBezTo>
                  <a:cubicBezTo>
                    <a:pt x="1993614" y="1547328"/>
                    <a:pt x="1547328" y="1993614"/>
                    <a:pt x="996807" y="1993614"/>
                  </a:cubicBezTo>
                  <a:cubicBezTo>
                    <a:pt x="446286" y="1993614"/>
                    <a:pt x="0" y="1547328"/>
                    <a:pt x="0" y="996807"/>
                  </a:cubicBezTo>
                  <a:close/>
                </a:path>
              </a:pathLst>
            </a:custGeom>
            <a:noFill/>
            <a:ln w="50800" cap="flat" cmpd="sng">
              <a:solidFill>
                <a:srgbClr val="4C4C4C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8100000" algn="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307175" tIns="307175" rIns="307175" bIns="307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4C4C4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3657379" y="19723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5023178" y="762966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CCCC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558891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5023177" y="3494562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9D9D9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3657379" y="406029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2291582" y="34945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A8A8A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172585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2291581" y="76296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98989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1" name="Google Shape;59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6518" y="157277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122" y="384071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5784" y="3229619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0129" y="2284117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71063" y="1518775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06880" y="2182634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41355" y="3145032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14639" y="3877794"/>
            <a:ext cx="365816" cy="36581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2"/>
          <p:cNvSpPr txBox="1">
            <a:spLocks noGrp="1"/>
          </p:cNvSpPr>
          <p:nvPr>
            <p:ph type="body" idx="28"/>
          </p:nvPr>
        </p:nvSpPr>
        <p:spPr>
          <a:xfrm>
            <a:off x="4052675" y="2723156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0" name="Google Shape;600;p32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2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2" name="Google Shape;602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06" name="Google Shape;606;p33"/>
          <p:cNvSpPr txBox="1">
            <a:spLocks noGrp="1"/>
          </p:cNvSpPr>
          <p:nvPr>
            <p:ph type="body" idx="1"/>
          </p:nvPr>
        </p:nvSpPr>
        <p:spPr>
          <a:xfrm>
            <a:off x="630238" y="1455738"/>
            <a:ext cx="2933700" cy="30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7" name="Google Shape;607;p33"/>
          <p:cNvSpPr>
            <a:spLocks noGrp="1"/>
          </p:cNvSpPr>
          <p:nvPr>
            <p:ph type="chart" idx="2"/>
          </p:nvPr>
        </p:nvSpPr>
        <p:spPr>
          <a:xfrm>
            <a:off x="3676650" y="1466850"/>
            <a:ext cx="484505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3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10" name="Google Shape;61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pos="2245">
          <p15:clr>
            <a:srgbClr val="FBAE40"/>
          </p15:clr>
        </p15:guide>
        <p15:guide id="3" orient="horz" pos="917">
          <p15:clr>
            <a:srgbClr val="FBAE40"/>
          </p15:clr>
        </p15:guide>
        <p15:guide id="4" orient="horz" pos="2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6196824" cy="5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7929762" y="209484"/>
            <a:ext cx="814046" cy="2172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83" r:id="rId2"/>
    <p:sldLayoutId id="2147483681" r:id="rId3"/>
    <p:sldLayoutId id="2147483651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82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7" r:id="rId27"/>
    <p:sldLayoutId id="2147483678" r:id="rId28"/>
    <p:sldLayoutId id="2147483679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376" userDrawn="1">
          <p15:clr>
            <a:srgbClr val="F26B43"/>
          </p15:clr>
        </p15:guide>
        <p15:guide id="2" orient="horz" pos="191">
          <p15:clr>
            <a:srgbClr val="F26B43"/>
          </p15:clr>
        </p15:guide>
        <p15:guide id="3" orient="horz" pos="344">
          <p15:clr>
            <a:srgbClr val="F26B43"/>
          </p15:clr>
        </p15:guide>
        <p15:guide id="5" pos="38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customXml" Target="../ink/ink2.xml"/><Relationship Id="rId4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uple of people standing next to each other&#10;&#10;Description automatically generated">
            <a:extLst>
              <a:ext uri="{FF2B5EF4-FFF2-40B4-BE49-F238E27FC236}">
                <a16:creationId xmlns:a16="http://schemas.microsoft.com/office/drawing/2014/main" id="{1FD0D820-A33D-41B1-AD17-0859B753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Google Shape;617;p34">
            <a:extLst>
              <a:ext uri="{FF2B5EF4-FFF2-40B4-BE49-F238E27FC236}">
                <a16:creationId xmlns:a16="http://schemas.microsoft.com/office/drawing/2014/main" id="{4FBE06DA-152D-41FB-AF94-8310452F2744}"/>
              </a:ext>
            </a:extLst>
          </p:cNvPr>
          <p:cNvSpPr txBox="1">
            <a:spLocks/>
          </p:cNvSpPr>
          <p:nvPr/>
        </p:nvSpPr>
        <p:spPr>
          <a:xfrm>
            <a:off x="8747922" y="4737924"/>
            <a:ext cx="202809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1000" smtClean="0">
                <a:solidFill>
                  <a:schemeClr val="bg1"/>
                </a:solidFill>
              </a:rPr>
              <a:pPr/>
              <a:t>1</a:t>
            </a:fld>
            <a:endParaRPr lang="en-IN" sz="100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877DF5-285F-400A-9B7A-0224867089C8}"/>
              </a:ext>
            </a:extLst>
          </p:cNvPr>
          <p:cNvSpPr/>
          <p:nvPr/>
        </p:nvSpPr>
        <p:spPr>
          <a:xfrm>
            <a:off x="58677" y="655239"/>
            <a:ext cx="1623428" cy="503653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28B3B7-064B-4B4F-904C-1122693BCD43}"/>
              </a:ext>
            </a:extLst>
          </p:cNvPr>
          <p:cNvSpPr/>
          <p:nvPr/>
        </p:nvSpPr>
        <p:spPr>
          <a:xfrm>
            <a:off x="163684" y="1345521"/>
            <a:ext cx="4779944" cy="166662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D21688-F0FE-419E-8039-CCAF78F3589E}"/>
              </a:ext>
            </a:extLst>
          </p:cNvPr>
          <p:cNvSpPr txBox="1"/>
          <p:nvPr/>
        </p:nvSpPr>
        <p:spPr>
          <a:xfrm>
            <a:off x="163684" y="2198810"/>
            <a:ext cx="5281027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 dirty="0">
                <a:latin typeface="Proxima Nova"/>
              </a:rPr>
              <a:t>Recommendation Systems</a:t>
            </a:r>
            <a:endParaRPr lang="en-US" dirty="0"/>
          </a:p>
          <a:p>
            <a:r>
              <a:rPr lang="en-US" sz="1500" b="1" dirty="0">
                <a:latin typeface="Proxima Nova"/>
              </a:rPr>
              <a:t>Ramesh </a:t>
            </a:r>
            <a:r>
              <a:rPr lang="en-US" sz="1500" b="1" dirty="0" err="1">
                <a:latin typeface="Proxima Nova"/>
              </a:rPr>
              <a:t>Kestur</a:t>
            </a:r>
            <a:endParaRPr lang="en-US" sz="1500" b="1" dirty="0" err="1">
              <a:latin typeface="Proxima Nova" panose="02000506030000020004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25E09D-D04C-4C57-B47C-9A37B9ECF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94" y="1631986"/>
            <a:ext cx="1437611" cy="380195"/>
          </a:xfrm>
          <a:prstGeom prst="rect">
            <a:avLst/>
          </a:prstGeom>
        </p:spPr>
      </p:pic>
      <p:pic>
        <p:nvPicPr>
          <p:cNvPr id="13" name="Google Shape;618;p34">
            <a:extLst>
              <a:ext uri="{FF2B5EF4-FFF2-40B4-BE49-F238E27FC236}">
                <a16:creationId xmlns:a16="http://schemas.microsoft.com/office/drawing/2014/main" id="{F283B8B3-7083-446F-9E74-A7721D650D1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1273" y="0"/>
            <a:ext cx="1544050" cy="154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0;p2">
            <a:extLst>
              <a:ext uri="{FF2B5EF4-FFF2-40B4-BE49-F238E27FC236}">
                <a16:creationId xmlns:a16="http://schemas.microsoft.com/office/drawing/2014/main" id="{288FCC40-44EE-4B90-B824-2D2CCF90F64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4494" y="1539634"/>
            <a:ext cx="2057400" cy="548993"/>
          </a:xfrm>
          <a:prstGeom prst="rect">
            <a:avLst/>
          </a:prstGeom>
          <a:solidFill>
            <a:srgbClr val="F9F9F9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601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46;p37">
            <a:extLst>
              <a:ext uri="{FF2B5EF4-FFF2-40B4-BE49-F238E27FC236}">
                <a16:creationId xmlns:a16="http://schemas.microsoft.com/office/drawing/2014/main" id="{DBCF1261-BE50-4E52-AE25-E6DE4B248437}"/>
              </a:ext>
            </a:extLst>
          </p:cNvPr>
          <p:cNvSpPr txBox="1"/>
          <p:nvPr/>
        </p:nvSpPr>
        <p:spPr>
          <a:xfrm>
            <a:off x="1679776" y="272560"/>
            <a:ext cx="5095516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IN" sz="2100" b="1">
                <a:solidFill>
                  <a:srgbClr val="00509B"/>
                </a:solidFill>
                <a:latin typeface="Proxima Nova"/>
                <a:ea typeface="Calibri"/>
                <a:cs typeface="Calibri"/>
                <a:sym typeface="Proxima Nova"/>
              </a:rPr>
              <a:t>Agenda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6EE843-35C2-44A0-B1A9-928F803B9416}"/>
              </a:ext>
            </a:extLst>
          </p:cNvPr>
          <p:cNvGrpSpPr/>
          <p:nvPr/>
        </p:nvGrpSpPr>
        <p:grpSpPr>
          <a:xfrm>
            <a:off x="663624" y="669644"/>
            <a:ext cx="1411792" cy="1470981"/>
            <a:chOff x="670561" y="1316669"/>
            <a:chExt cx="1411792" cy="1470981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95FD0372-20D9-44F5-B8C3-AA342CA243E2}"/>
                </a:ext>
              </a:extLst>
            </p:cNvPr>
            <p:cNvSpPr/>
            <p:nvPr/>
          </p:nvSpPr>
          <p:spPr>
            <a:xfrm>
              <a:off x="1138079" y="1316669"/>
              <a:ext cx="476756" cy="441016"/>
            </a:xfrm>
            <a:prstGeom prst="roundRect">
              <a:avLst/>
            </a:prstGeom>
            <a:solidFill>
              <a:srgbClr val="E72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IN" sz="1300">
                  <a:latin typeface="Proxima Nova" panose="020B0604020202020204" charset="0"/>
                </a:rPr>
                <a:t>01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0844D280-3568-4DB1-9404-7C918406860B}"/>
                </a:ext>
              </a:extLst>
            </p:cNvPr>
            <p:cNvSpPr/>
            <p:nvPr/>
          </p:nvSpPr>
          <p:spPr>
            <a:xfrm>
              <a:off x="670561" y="1681163"/>
              <a:ext cx="1411792" cy="110648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5720" rIns="36000" bIns="45720" rtlCol="0" anchor="ctr"/>
            <a:lstStyle/>
            <a:p>
              <a:pPr algn="ctr"/>
              <a:r>
                <a:rPr lang="en-IN" sz="1300" dirty="0">
                  <a:solidFill>
                    <a:srgbClr val="00509B"/>
                  </a:solidFill>
                  <a:latin typeface="Proxima Nova"/>
                </a:rPr>
                <a:t>Overview</a:t>
              </a:r>
              <a:endParaRPr lang="en-IN" sz="1300" dirty="0">
                <a:solidFill>
                  <a:srgbClr val="00509B"/>
                </a:solidFill>
                <a:latin typeface="Proxima Nova" panose="020B0604020202020204" charset="0"/>
              </a:endParaRPr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9931AE-0E4C-459C-BDAA-5B4D86732C36}"/>
              </a:ext>
            </a:extLst>
          </p:cNvPr>
          <p:cNvSpPr/>
          <p:nvPr/>
        </p:nvSpPr>
        <p:spPr>
          <a:xfrm>
            <a:off x="2754314" y="669644"/>
            <a:ext cx="476756" cy="441016"/>
          </a:xfrm>
          <a:prstGeom prst="roundRect">
            <a:avLst/>
          </a:prstGeom>
          <a:solidFill>
            <a:srgbClr val="E72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IN" sz="1300">
                <a:latin typeface="Proxima Nova" panose="020B0604020202020204" charset="0"/>
              </a:rPr>
              <a:t>02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154643-7BB7-436A-803E-4C53ED3ED537}"/>
              </a:ext>
            </a:extLst>
          </p:cNvPr>
          <p:cNvGrpSpPr/>
          <p:nvPr/>
        </p:nvGrpSpPr>
        <p:grpSpPr>
          <a:xfrm>
            <a:off x="2329938" y="669644"/>
            <a:ext cx="2524304" cy="1504599"/>
            <a:chOff x="2286075" y="1316669"/>
            <a:chExt cx="2524304" cy="150459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C321AC7-C469-4BF9-B32B-8C094ADB4921}"/>
                </a:ext>
              </a:extLst>
            </p:cNvPr>
            <p:cNvSpPr/>
            <p:nvPr/>
          </p:nvSpPr>
          <p:spPr>
            <a:xfrm>
              <a:off x="4333623" y="1316669"/>
              <a:ext cx="476756" cy="441016"/>
            </a:xfrm>
            <a:prstGeom prst="roundRect">
              <a:avLst/>
            </a:prstGeom>
            <a:solidFill>
              <a:srgbClr val="E72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IN" sz="1300">
                  <a:latin typeface="Proxima Nova" panose="020B0604020202020204" charset="0"/>
                </a:rPr>
                <a:t>03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E4DD38F-1558-4610-878D-84DABB752677}"/>
                </a:ext>
              </a:extLst>
            </p:cNvPr>
            <p:cNvSpPr/>
            <p:nvPr/>
          </p:nvSpPr>
          <p:spPr>
            <a:xfrm>
              <a:off x="2286075" y="1714781"/>
              <a:ext cx="1411792" cy="110648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5720" rIns="36000" bIns="45720" rtlCol="0" anchor="ctr"/>
            <a:lstStyle/>
            <a:p>
              <a:pPr algn="ctr"/>
              <a:r>
                <a:rPr lang="en-IN" sz="1300" dirty="0">
                  <a:solidFill>
                    <a:srgbClr val="00509B"/>
                  </a:solidFill>
                  <a:latin typeface="Proxima Nova"/>
                </a:rPr>
                <a:t>Framing and problem types</a:t>
              </a:r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EAC5CB-C52C-49D9-9044-4191230C48D9}"/>
              </a:ext>
            </a:extLst>
          </p:cNvPr>
          <p:cNvGrpSpPr/>
          <p:nvPr/>
        </p:nvGrpSpPr>
        <p:grpSpPr>
          <a:xfrm>
            <a:off x="5533140" y="669644"/>
            <a:ext cx="1411792" cy="1470981"/>
            <a:chOff x="5463877" y="1316669"/>
            <a:chExt cx="1411792" cy="1470981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F35D746-CF2B-414C-9796-B7FF0509F73C}"/>
                </a:ext>
              </a:extLst>
            </p:cNvPr>
            <p:cNvSpPr/>
            <p:nvPr/>
          </p:nvSpPr>
          <p:spPr>
            <a:xfrm>
              <a:off x="5931395" y="1316669"/>
              <a:ext cx="476756" cy="441016"/>
            </a:xfrm>
            <a:prstGeom prst="roundRect">
              <a:avLst/>
            </a:prstGeom>
            <a:solidFill>
              <a:srgbClr val="E72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IN" sz="1300">
                  <a:latin typeface="Proxima Nova" panose="020B0604020202020204" charset="0"/>
                </a:rPr>
                <a:t>04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F5F3D5B7-37CC-4541-990B-457B8754E175}"/>
                </a:ext>
              </a:extLst>
            </p:cNvPr>
            <p:cNvSpPr/>
            <p:nvPr/>
          </p:nvSpPr>
          <p:spPr>
            <a:xfrm>
              <a:off x="5463877" y="1681163"/>
              <a:ext cx="1411792" cy="110648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5720" rIns="36000" bIns="45720" rtlCol="0" anchor="ctr"/>
            <a:lstStyle/>
            <a:p>
              <a:pPr algn="ctr"/>
              <a:r>
                <a:rPr lang="en-IN" sz="1300" dirty="0">
                  <a:solidFill>
                    <a:srgbClr val="00509B"/>
                  </a:solidFill>
                  <a:latin typeface="Proxima Nova"/>
                </a:rPr>
                <a:t>Data Contracts &amp;</a:t>
              </a:r>
            </a:p>
            <a:p>
              <a:pPr algn="ctr"/>
              <a:r>
                <a:rPr lang="en-IN" sz="1300" dirty="0">
                  <a:solidFill>
                    <a:srgbClr val="00509B"/>
                  </a:solidFill>
                  <a:latin typeface="Proxima Nova"/>
                </a:rPr>
                <a:t>Event Semantics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5D2E7BA-5B90-42CB-BE80-B6DDBCD9070B}"/>
              </a:ext>
            </a:extLst>
          </p:cNvPr>
          <p:cNvGrpSpPr/>
          <p:nvPr/>
        </p:nvGrpSpPr>
        <p:grpSpPr>
          <a:xfrm>
            <a:off x="7156311" y="669644"/>
            <a:ext cx="1411792" cy="1470981"/>
            <a:chOff x="7061648" y="1316669"/>
            <a:chExt cx="1411792" cy="1470981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89E4193-98EF-4BE6-B8A6-39A333D41EBB}"/>
                </a:ext>
              </a:extLst>
            </p:cNvPr>
            <p:cNvSpPr/>
            <p:nvPr/>
          </p:nvSpPr>
          <p:spPr>
            <a:xfrm>
              <a:off x="7529166" y="1316669"/>
              <a:ext cx="476756" cy="441016"/>
            </a:xfrm>
            <a:prstGeom prst="roundRect">
              <a:avLst/>
            </a:prstGeom>
            <a:solidFill>
              <a:srgbClr val="E72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IN" sz="1300">
                  <a:latin typeface="Proxima Nova" panose="020B0604020202020204" charset="0"/>
                </a:rPr>
                <a:t>05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41D28F9-56C0-4D7A-B8A8-BCC57490396E}"/>
                </a:ext>
              </a:extLst>
            </p:cNvPr>
            <p:cNvSpPr/>
            <p:nvPr/>
          </p:nvSpPr>
          <p:spPr>
            <a:xfrm>
              <a:off x="7061648" y="1681163"/>
              <a:ext cx="1411792" cy="110648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5720" rIns="36000" bIns="45720" rtlCol="0" anchor="ctr"/>
            <a:lstStyle/>
            <a:p>
              <a:pPr algn="ctr"/>
              <a:r>
                <a:rPr lang="en-US" sz="1300" dirty="0">
                  <a:solidFill>
                    <a:srgbClr val="00509B"/>
                  </a:solidFill>
                  <a:latin typeface="Proxima Nova"/>
                </a:rPr>
                <a:t>Offline evaluation metrics</a:t>
              </a:r>
              <a:r>
                <a:rPr lang="en-US" sz="1300" dirty="0">
                  <a:solidFill>
                    <a:srgbClr val="000000"/>
                  </a:solidFill>
                  <a:latin typeface="Proxima Nova"/>
                </a:rPr>
                <a:t> </a:t>
              </a:r>
              <a:endParaRPr lang="en-US" sz="1300" dirty="0">
                <a:solidFill>
                  <a:srgbClr val="00509B"/>
                </a:solidFill>
                <a:latin typeface="Proxima Nova"/>
              </a:endParaRPr>
            </a:p>
            <a:p>
              <a:pPr algn="ctr"/>
              <a:endParaRPr lang="en-IN" sz="1300">
                <a:solidFill>
                  <a:srgbClr val="00509B"/>
                </a:solidFill>
                <a:latin typeface="Proxima Nova"/>
              </a:endParaRPr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7E92FC5-CAD3-4966-A88C-D29FB71E4B86}"/>
              </a:ext>
            </a:extLst>
          </p:cNvPr>
          <p:cNvSpPr/>
          <p:nvPr/>
        </p:nvSpPr>
        <p:spPr>
          <a:xfrm>
            <a:off x="516171" y="2225224"/>
            <a:ext cx="406298" cy="441016"/>
          </a:xfrm>
          <a:prstGeom prst="roundRect">
            <a:avLst/>
          </a:prstGeom>
          <a:solidFill>
            <a:srgbClr val="E72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IN" sz="1300">
                <a:latin typeface="Proxima Nova"/>
              </a:rPr>
              <a:t>06</a:t>
            </a:r>
            <a:endParaRPr lang="en-IN" sz="1300">
              <a:latin typeface="Proxima Nova" panose="020B060402020202020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FDF45E6-88F3-4246-B5C1-141BDC375365}"/>
              </a:ext>
            </a:extLst>
          </p:cNvPr>
          <p:cNvSpPr/>
          <p:nvPr/>
        </p:nvSpPr>
        <p:spPr>
          <a:xfrm>
            <a:off x="1679110" y="2690572"/>
            <a:ext cx="1145615" cy="9733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US" sz="1300" dirty="0">
                <a:solidFill>
                  <a:srgbClr val="00509B"/>
                </a:solidFill>
                <a:latin typeface="Proxima Nova"/>
              </a:rPr>
              <a:t>Baseline models</a:t>
            </a:r>
            <a:endParaRPr lang="en-US" sz="1300" dirty="0">
              <a:solidFill>
                <a:srgbClr val="00509B"/>
              </a:solidFill>
              <a:latin typeface="Proxima Nova" panose="020B060402020202020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A1BD10F-EDBB-472F-AF16-7D7A57996239}"/>
              </a:ext>
            </a:extLst>
          </p:cNvPr>
          <p:cNvGrpSpPr/>
          <p:nvPr/>
        </p:nvGrpSpPr>
        <p:grpSpPr>
          <a:xfrm>
            <a:off x="282723" y="2280601"/>
            <a:ext cx="3712320" cy="1312910"/>
            <a:chOff x="1513336" y="3188981"/>
            <a:chExt cx="4567954" cy="1500787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1E7D411-5D28-43BE-AAC2-683AA2ED42A7}"/>
                </a:ext>
              </a:extLst>
            </p:cNvPr>
            <p:cNvSpPr/>
            <p:nvPr/>
          </p:nvSpPr>
          <p:spPr>
            <a:xfrm>
              <a:off x="5604534" y="3188981"/>
              <a:ext cx="476756" cy="441016"/>
            </a:xfrm>
            <a:prstGeom prst="roundRect">
              <a:avLst/>
            </a:prstGeom>
            <a:solidFill>
              <a:srgbClr val="E72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IN" sz="1300">
                  <a:latin typeface="Proxima Nova" panose="020B0604020202020204" charset="0"/>
                </a:rPr>
                <a:t>08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EEC4C79C-AB1D-4512-8391-01082611BA61}"/>
                </a:ext>
              </a:extLst>
            </p:cNvPr>
            <p:cNvSpPr/>
            <p:nvPr/>
          </p:nvSpPr>
          <p:spPr>
            <a:xfrm>
              <a:off x="1513336" y="3583281"/>
              <a:ext cx="1411792" cy="110648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5720" rIns="36000" bIns="45720" rtlCol="0" anchor="ctr"/>
            <a:lstStyle/>
            <a:p>
              <a:pPr algn="ctr"/>
              <a:r>
                <a:rPr lang="en-US" sz="1300" dirty="0">
                  <a:solidFill>
                    <a:srgbClr val="00509B"/>
                  </a:solidFill>
                  <a:latin typeface="Proxima Nova"/>
                </a:rPr>
                <a:t>Evaluating splits and </a:t>
              </a:r>
              <a:endParaRPr lang="en-US" sz="1300" dirty="0">
                <a:solidFill>
                  <a:srgbClr val="00509B"/>
                </a:solidFill>
                <a:latin typeface="Proxima Nova" panose="020B0604020202020204" charset="0"/>
              </a:endParaRPr>
            </a:p>
            <a:p>
              <a:pPr algn="ctr"/>
              <a:r>
                <a:rPr lang="en-US" sz="1300" dirty="0">
                  <a:solidFill>
                    <a:srgbClr val="00509B"/>
                  </a:solidFill>
                  <a:latin typeface="Proxima Nova"/>
                </a:rPr>
                <a:t>Leakage prevention</a:t>
              </a:r>
              <a:endParaRPr lang="en-US" sz="1300" dirty="0">
                <a:solidFill>
                  <a:srgbClr val="00509B"/>
                </a:solidFill>
                <a:latin typeface="Proxima Nova" panose="020B0604020202020204" charset="0"/>
              </a:endParaRP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4BACD17-334E-4387-82E7-BCC5B657144E}"/>
              </a:ext>
            </a:extLst>
          </p:cNvPr>
          <p:cNvSpPr/>
          <p:nvPr/>
        </p:nvSpPr>
        <p:spPr>
          <a:xfrm>
            <a:off x="3218984" y="2690573"/>
            <a:ext cx="1145615" cy="9733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IN" sz="1300" dirty="0">
                <a:solidFill>
                  <a:srgbClr val="00509B"/>
                </a:solidFill>
                <a:latin typeface="Proxima Nova"/>
              </a:rPr>
              <a:t>Collaborative filtering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56D668-708D-84F9-72BA-CAD626E49529}"/>
              </a:ext>
            </a:extLst>
          </p:cNvPr>
          <p:cNvSpPr/>
          <p:nvPr/>
        </p:nvSpPr>
        <p:spPr>
          <a:xfrm>
            <a:off x="3960115" y="1021171"/>
            <a:ext cx="1411792" cy="110648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IN" sz="1300" dirty="0">
                <a:solidFill>
                  <a:srgbClr val="00509B"/>
                </a:solidFill>
                <a:latin typeface="Proxima Nova"/>
              </a:rPr>
              <a:t>Data and Signals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C4E3DB7-A88C-623A-14A6-0081E4E7A759}"/>
              </a:ext>
            </a:extLst>
          </p:cNvPr>
          <p:cNvSpPr/>
          <p:nvPr/>
        </p:nvSpPr>
        <p:spPr>
          <a:xfrm>
            <a:off x="2163435" y="2225223"/>
            <a:ext cx="390641" cy="386215"/>
          </a:xfrm>
          <a:prstGeom prst="roundRect">
            <a:avLst/>
          </a:prstGeom>
          <a:solidFill>
            <a:srgbClr val="E72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IN" sz="1300">
                <a:latin typeface="Proxima Nova"/>
              </a:rPr>
              <a:t>07</a:t>
            </a:r>
            <a:endParaRPr lang="en-IN" sz="1300">
              <a:latin typeface="Proxima Nova" panose="020B060402020202020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C913C1-3562-A0E8-4DBD-C4A4667593BB}"/>
              </a:ext>
            </a:extLst>
          </p:cNvPr>
          <p:cNvSpPr/>
          <p:nvPr/>
        </p:nvSpPr>
        <p:spPr>
          <a:xfrm>
            <a:off x="5033369" y="2225224"/>
            <a:ext cx="390641" cy="386215"/>
          </a:xfrm>
          <a:prstGeom prst="roundRect">
            <a:avLst/>
          </a:prstGeom>
          <a:solidFill>
            <a:srgbClr val="E72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IN" sz="1300" dirty="0">
                <a:latin typeface="Proxima Nova"/>
              </a:rPr>
              <a:t>09</a:t>
            </a:r>
            <a:endParaRPr lang="en-IN" sz="1300" dirty="0">
              <a:latin typeface="Proxima Nova" panose="020B060402020202020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B31627-33AC-6A5C-5F3C-7DDCECF5450B}"/>
              </a:ext>
            </a:extLst>
          </p:cNvPr>
          <p:cNvSpPr/>
          <p:nvPr/>
        </p:nvSpPr>
        <p:spPr>
          <a:xfrm>
            <a:off x="6360712" y="2674913"/>
            <a:ext cx="1145615" cy="9733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US" sz="1300" dirty="0">
                <a:solidFill>
                  <a:srgbClr val="00509B"/>
                </a:solidFill>
                <a:latin typeface="Proxima Nova"/>
              </a:rPr>
              <a:t>Learning to Rank (LTR)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5EB2E3-A9E4-14C8-5588-F4B6EDED81DD}"/>
              </a:ext>
            </a:extLst>
          </p:cNvPr>
          <p:cNvGrpSpPr/>
          <p:nvPr/>
        </p:nvGrpSpPr>
        <p:grpSpPr>
          <a:xfrm>
            <a:off x="4666832" y="2241457"/>
            <a:ext cx="3735805" cy="1375540"/>
            <a:chOff x="1015396" y="3126338"/>
            <a:chExt cx="4593868" cy="157125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F737017-6267-1AA4-41F8-33A0E3E36BD1}"/>
                </a:ext>
              </a:extLst>
            </p:cNvPr>
            <p:cNvSpPr/>
            <p:nvPr/>
          </p:nvSpPr>
          <p:spPr>
            <a:xfrm>
              <a:off x="5132508" y="3126338"/>
              <a:ext cx="476756" cy="441016"/>
            </a:xfrm>
            <a:prstGeom prst="roundRect">
              <a:avLst/>
            </a:prstGeom>
            <a:solidFill>
              <a:srgbClr val="E72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5720" rIns="36000" bIns="45720" rtlCol="0" anchor="ctr"/>
            <a:lstStyle/>
            <a:p>
              <a:pPr algn="ctr"/>
              <a:r>
                <a:rPr lang="en-IN" sz="1300" dirty="0">
                  <a:latin typeface="Proxima Nova"/>
                </a:rPr>
                <a:t>11</a:t>
              </a:r>
              <a:endParaRPr lang="en-IN" sz="1300" dirty="0">
                <a:latin typeface="Proxima Nova" panose="020B0604020202020204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6694B9A-EBD5-9B0D-2A9B-5EBF1BF1F1DB}"/>
                </a:ext>
              </a:extLst>
            </p:cNvPr>
            <p:cNvSpPr/>
            <p:nvPr/>
          </p:nvSpPr>
          <p:spPr>
            <a:xfrm>
              <a:off x="1015396" y="3591110"/>
              <a:ext cx="1411792" cy="110648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5720" rIns="36000" bIns="45720" rtlCol="0" anchor="ctr"/>
            <a:lstStyle/>
            <a:p>
              <a:pPr algn="ctr"/>
              <a:r>
                <a:rPr lang="en-US" sz="1300" dirty="0">
                  <a:solidFill>
                    <a:srgbClr val="00509B"/>
                  </a:solidFill>
                  <a:latin typeface="Proxima Nova"/>
                </a:rPr>
                <a:t>Implicit Matrix </a:t>
              </a:r>
              <a:r>
                <a:rPr lang="en-US" sz="1300" dirty="0" err="1">
                  <a:solidFill>
                    <a:srgbClr val="00509B"/>
                  </a:solidFill>
                  <a:latin typeface="Proxima Nova"/>
                </a:rPr>
                <a:t>Factorisation</a:t>
              </a:r>
              <a:endParaRPr lang="en-US" dirty="0" err="1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F1EBFE-A9CD-A345-25FA-6C2B9D9AB6B1}"/>
              </a:ext>
            </a:extLst>
          </p:cNvPr>
          <p:cNvSpPr/>
          <p:nvPr/>
        </p:nvSpPr>
        <p:spPr>
          <a:xfrm>
            <a:off x="7900585" y="2674915"/>
            <a:ext cx="1145615" cy="9733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IN" sz="1300" dirty="0">
                <a:solidFill>
                  <a:srgbClr val="00509B"/>
                </a:solidFill>
                <a:latin typeface="Proxima Nova"/>
              </a:rPr>
              <a:t>Feature Engineering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1F7D61-3574-C22A-E396-466B9B8CD753}"/>
              </a:ext>
            </a:extLst>
          </p:cNvPr>
          <p:cNvSpPr/>
          <p:nvPr/>
        </p:nvSpPr>
        <p:spPr>
          <a:xfrm>
            <a:off x="6735435" y="2240880"/>
            <a:ext cx="390641" cy="386215"/>
          </a:xfrm>
          <a:prstGeom prst="roundRect">
            <a:avLst/>
          </a:prstGeom>
          <a:solidFill>
            <a:srgbClr val="E72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IN" sz="1300" dirty="0">
                <a:latin typeface="Proxima Nova"/>
              </a:rPr>
              <a:t>10</a:t>
            </a:r>
            <a:endParaRPr lang="en-IN" sz="1300" dirty="0">
              <a:latin typeface="Proxima Nova" panose="020B060402020202020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3AD153-2EE2-E18A-077C-37713D5FC55D}"/>
              </a:ext>
            </a:extLst>
          </p:cNvPr>
          <p:cNvSpPr/>
          <p:nvPr/>
        </p:nvSpPr>
        <p:spPr>
          <a:xfrm>
            <a:off x="782348" y="3712688"/>
            <a:ext cx="421955" cy="409701"/>
          </a:xfrm>
          <a:prstGeom prst="roundRect">
            <a:avLst/>
          </a:prstGeom>
          <a:solidFill>
            <a:srgbClr val="E72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IN" sz="1300" dirty="0">
                <a:latin typeface="Proxima Nova"/>
              </a:rPr>
              <a:t>12</a:t>
            </a:r>
            <a:endParaRPr lang="en-IN" sz="1300" dirty="0">
              <a:latin typeface="Proxima Nova" panose="020B060402020202020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DD643A-85C1-21C3-D14E-27B6C9D1691C}"/>
              </a:ext>
            </a:extLst>
          </p:cNvPr>
          <p:cNvSpPr/>
          <p:nvPr/>
        </p:nvSpPr>
        <p:spPr>
          <a:xfrm>
            <a:off x="2015746" y="4138891"/>
            <a:ext cx="1255217" cy="10282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US" sz="1300" dirty="0">
                <a:solidFill>
                  <a:srgbClr val="00509B"/>
                </a:solidFill>
                <a:latin typeface="Proxima Nova"/>
              </a:rPr>
              <a:t>Multi modal 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9E4469A-49AC-C577-BF47-058D51E71B80}"/>
              </a:ext>
            </a:extLst>
          </p:cNvPr>
          <p:cNvSpPr/>
          <p:nvPr/>
        </p:nvSpPr>
        <p:spPr>
          <a:xfrm>
            <a:off x="361010" y="4138173"/>
            <a:ext cx="1257982" cy="102891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US" sz="1300" dirty="0">
                <a:solidFill>
                  <a:srgbClr val="00509B"/>
                </a:solidFill>
                <a:latin typeface="Proxima Nova"/>
              </a:rPr>
              <a:t>Negative Sampling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7B7F2EE-0C59-3FD2-A299-D1BC81C2D948}"/>
              </a:ext>
            </a:extLst>
          </p:cNvPr>
          <p:cNvSpPr/>
          <p:nvPr/>
        </p:nvSpPr>
        <p:spPr>
          <a:xfrm>
            <a:off x="2343497" y="3712687"/>
            <a:ext cx="421955" cy="409701"/>
          </a:xfrm>
          <a:prstGeom prst="roundRect">
            <a:avLst/>
          </a:prstGeom>
          <a:solidFill>
            <a:srgbClr val="E72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en-IN" sz="1300" dirty="0">
                <a:latin typeface="Proxima Nova"/>
              </a:rPr>
              <a:t>13</a:t>
            </a:r>
            <a:endParaRPr lang="en-IN" sz="1300" dirty="0">
              <a:latin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78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CA911F5-19B7-BEB0-91FC-AC977904E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35" y="748561"/>
            <a:ext cx="5114925" cy="4210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C2B70F-CB72-B081-C3B6-9F986D8C3B32}"/>
              </a:ext>
            </a:extLst>
          </p:cNvPr>
          <p:cNvSpPr txBox="1"/>
          <p:nvPr/>
        </p:nvSpPr>
        <p:spPr>
          <a:xfrm>
            <a:off x="1335797" y="392840"/>
            <a:ext cx="503786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Recommendation System Components</a:t>
            </a:r>
          </a:p>
        </p:txBody>
      </p:sp>
    </p:spTree>
    <p:extLst>
      <p:ext uri="{BB962C8B-B14F-4D97-AF65-F5344CB8AC3E}">
        <p14:creationId xmlns:p14="http://schemas.microsoft.com/office/powerpoint/2010/main" val="2306591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3C889C-A4F3-DE3C-1335-8D18DA2ED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3" y="1461239"/>
            <a:ext cx="6662020" cy="30978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181D6F-0A3C-8013-A5D9-077B2E8F6C44}"/>
              </a:ext>
            </a:extLst>
          </p:cNvPr>
          <p:cNvSpPr txBox="1"/>
          <p:nvPr/>
        </p:nvSpPr>
        <p:spPr>
          <a:xfrm>
            <a:off x="1774208" y="588559"/>
            <a:ext cx="42393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/>
              <a:t>Why framing matters</a:t>
            </a:r>
          </a:p>
        </p:txBody>
      </p:sp>
    </p:spTree>
    <p:extLst>
      <p:ext uri="{BB962C8B-B14F-4D97-AF65-F5344CB8AC3E}">
        <p14:creationId xmlns:p14="http://schemas.microsoft.com/office/powerpoint/2010/main" val="908847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7BA446D-5D58-C74F-553D-E6ECBAFBA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27" y="799317"/>
            <a:ext cx="602932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45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ox with black text&#10;&#10;AI-generated content may be incorrect.">
            <a:extLst>
              <a:ext uri="{FF2B5EF4-FFF2-40B4-BE49-F238E27FC236}">
                <a16:creationId xmlns:a16="http://schemas.microsoft.com/office/drawing/2014/main" id="{A70F4C7A-605E-714E-A48B-C79424E55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05" y="627476"/>
            <a:ext cx="6943725" cy="4514850"/>
          </a:xfrm>
          <a:prstGeom prst="rect">
            <a:avLst/>
          </a:prstGeom>
        </p:spPr>
      </p:pic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DEF02CF-E5A6-3877-4A93-E7D3F5075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88" y="1206218"/>
            <a:ext cx="60864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208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40B808-E643-2FBF-2226-E75E1A73D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842962"/>
            <a:ext cx="723900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48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using a computer&#10;&#10;AI-generated content may be incorrect.">
            <a:extLst>
              <a:ext uri="{FF2B5EF4-FFF2-40B4-BE49-F238E27FC236}">
                <a16:creationId xmlns:a16="http://schemas.microsoft.com/office/drawing/2014/main" id="{A7EF4CF6-D844-1773-23FA-1C7C20F4B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88" y="800100"/>
            <a:ext cx="72104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1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able with text on it&#10;&#10;AI-generated content may be incorrect.">
            <a:extLst>
              <a:ext uri="{FF2B5EF4-FFF2-40B4-BE49-F238E27FC236}">
                <a16:creationId xmlns:a16="http://schemas.microsoft.com/office/drawing/2014/main" id="{7318D4C1-C80A-107A-2C85-15D2445B9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938213"/>
            <a:ext cx="6667500" cy="3267075"/>
          </a:xfrm>
          <a:prstGeom prst="rect">
            <a:avLst/>
          </a:prstGeom>
        </p:spPr>
      </p:pic>
      <p:pic>
        <p:nvPicPr>
          <p:cNvPr id="3" name="Picture 2" descr="A close-up of black text&#10;&#10;AI-generated content may be incorrect.">
            <a:extLst>
              <a:ext uri="{FF2B5EF4-FFF2-40B4-BE49-F238E27FC236}">
                <a16:creationId xmlns:a16="http://schemas.microsoft.com/office/drawing/2014/main" id="{679D8E58-E23E-1856-F7EC-152581608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404" y="3438092"/>
            <a:ext cx="6537021" cy="116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49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D590A-9EF0-81D8-EA63-325862ACA5ED}"/>
              </a:ext>
            </a:extLst>
          </p:cNvPr>
          <p:cNvSpPr txBox="1"/>
          <p:nvPr/>
        </p:nvSpPr>
        <p:spPr>
          <a:xfrm>
            <a:off x="1990726" y="861631"/>
            <a:ext cx="428198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 and Signals</a:t>
            </a:r>
          </a:p>
        </p:txBody>
      </p:sp>
      <p:pic>
        <p:nvPicPr>
          <p:cNvPr id="3" name="Picture 2" descr="A white and black text with red and black text&#10;&#10;AI-generated content may be incorrect.">
            <a:extLst>
              <a:ext uri="{FF2B5EF4-FFF2-40B4-BE49-F238E27FC236}">
                <a16:creationId xmlns:a16="http://schemas.microsoft.com/office/drawing/2014/main" id="{6AA13A51-1D68-5996-0034-28EC0FDF0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4" y="708373"/>
            <a:ext cx="58959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69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screen&#10;&#10;AI-generated content may be incorrect.">
            <a:extLst>
              <a:ext uri="{FF2B5EF4-FFF2-40B4-BE49-F238E27FC236}">
                <a16:creationId xmlns:a16="http://schemas.microsoft.com/office/drawing/2014/main" id="{D8C7075F-3153-BF86-0AF2-42B414127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7" y="295275"/>
            <a:ext cx="477202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78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0D7CE0A-0A5E-0806-0C8D-5BBAF1A2F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505" y="805514"/>
            <a:ext cx="5337393" cy="412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24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00A205-FE6C-C24C-A4E8-295B4229E63A}"/>
              </a:ext>
            </a:extLst>
          </p:cNvPr>
          <p:cNvSpPr txBox="1"/>
          <p:nvPr/>
        </p:nvSpPr>
        <p:spPr>
          <a:xfrm>
            <a:off x="1330656" y="767686"/>
            <a:ext cx="456347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Bias in Signals</a:t>
            </a:r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EEA00D7-2525-5BB5-340C-B54EEA047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66" y="1284765"/>
            <a:ext cx="68580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420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9BB5B74-C017-3D0C-2A1C-CEDDB7A4A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12" y="1114425"/>
            <a:ext cx="635317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96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57B3BA-4F46-2CF8-A7ED-F998C21A577E}"/>
              </a:ext>
            </a:extLst>
          </p:cNvPr>
          <p:cNvSpPr txBox="1"/>
          <p:nvPr/>
        </p:nvSpPr>
        <p:spPr>
          <a:xfrm>
            <a:off x="1262418" y="1740089"/>
            <a:ext cx="53311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Data contracts and event feedback</a:t>
            </a:r>
          </a:p>
        </p:txBody>
      </p:sp>
    </p:spTree>
    <p:extLst>
      <p:ext uri="{BB962C8B-B14F-4D97-AF65-F5344CB8AC3E}">
        <p14:creationId xmlns:p14="http://schemas.microsoft.com/office/powerpoint/2010/main" val="2161521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document&#10;&#10;AI-generated content may be incorrect.">
            <a:extLst>
              <a:ext uri="{FF2B5EF4-FFF2-40B4-BE49-F238E27FC236}">
                <a16:creationId xmlns:a16="http://schemas.microsoft.com/office/drawing/2014/main" id="{58964004-7B67-9DED-4B27-2DDC35B0D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681038"/>
            <a:ext cx="634365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645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with red and black text&#10;&#10;AI-generated content may be incorrect.">
            <a:extLst>
              <a:ext uri="{FF2B5EF4-FFF2-40B4-BE49-F238E27FC236}">
                <a16:creationId xmlns:a16="http://schemas.microsoft.com/office/drawing/2014/main" id="{A9909CC4-A9A1-B4BF-8E7B-423A5CC18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63" y="371475"/>
            <a:ext cx="570547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82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report&#10;&#10;AI-generated content may be incorrect.">
            <a:extLst>
              <a:ext uri="{FF2B5EF4-FFF2-40B4-BE49-F238E27FC236}">
                <a16:creationId xmlns:a16="http://schemas.microsoft.com/office/drawing/2014/main" id="{FD397CD3-6B74-A440-B9B6-16618625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642937"/>
            <a:ext cx="61341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50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14E4A2-A275-08FA-D860-A442CDBBA905}"/>
              </a:ext>
            </a:extLst>
          </p:cNvPr>
          <p:cNvSpPr txBox="1"/>
          <p:nvPr/>
        </p:nvSpPr>
        <p:spPr>
          <a:xfrm>
            <a:off x="1262418" y="1740089"/>
            <a:ext cx="533115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Offline evaluation metrics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13158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report&#10;&#10;AI-generated content may be incorrect.">
            <a:extLst>
              <a:ext uri="{FF2B5EF4-FFF2-40B4-BE49-F238E27FC236}">
                <a16:creationId xmlns:a16="http://schemas.microsoft.com/office/drawing/2014/main" id="{0022A980-4715-84D2-F263-7B79041CA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869" y="751366"/>
            <a:ext cx="5867400" cy="4486275"/>
          </a:xfrm>
          <a:prstGeom prst="rect">
            <a:avLst/>
          </a:prstGeom>
        </p:spPr>
      </p:pic>
      <p:sp>
        <p:nvSpPr>
          <p:cNvPr id="4" name="Callout: Line with Accent Bar 3">
            <a:extLst>
              <a:ext uri="{FF2B5EF4-FFF2-40B4-BE49-F238E27FC236}">
                <a16:creationId xmlns:a16="http://schemas.microsoft.com/office/drawing/2014/main" id="{E1F56CA5-D1D7-E88D-6443-EEF8BCE1B219}"/>
              </a:ext>
            </a:extLst>
          </p:cNvPr>
          <p:cNvSpPr/>
          <p:nvPr/>
        </p:nvSpPr>
        <p:spPr>
          <a:xfrm>
            <a:off x="4911246" y="2451382"/>
            <a:ext cx="3161517" cy="714375"/>
          </a:xfrm>
          <a:prstGeom prst="accentCallout1">
            <a:avLst/>
          </a:prstGeom>
          <a:solidFill>
            <a:srgbClr val="F1F8FF"/>
          </a:solidFill>
          <a:ln>
            <a:solidFill>
              <a:srgbClr val="FFF4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cs typeface="Arial"/>
              </a:rPr>
              <a:t>Of all items predicted as relevant, how many are actually relevant, TP/TP+FP</a:t>
            </a:r>
            <a:endParaRPr lang="en-US" dirty="0"/>
          </a:p>
        </p:txBody>
      </p:sp>
      <p:sp>
        <p:nvSpPr>
          <p:cNvPr id="5" name="Callout: Line with Accent Bar 4">
            <a:extLst>
              <a:ext uri="{FF2B5EF4-FFF2-40B4-BE49-F238E27FC236}">
                <a16:creationId xmlns:a16="http://schemas.microsoft.com/office/drawing/2014/main" id="{5E8F6F54-CFD6-F3B7-A593-99E3C74F2491}"/>
              </a:ext>
            </a:extLst>
          </p:cNvPr>
          <p:cNvSpPr/>
          <p:nvPr/>
        </p:nvSpPr>
        <p:spPr>
          <a:xfrm>
            <a:off x="4457178" y="3304717"/>
            <a:ext cx="3161517" cy="714375"/>
          </a:xfrm>
          <a:prstGeom prst="accentCallout1">
            <a:avLst/>
          </a:prstGeom>
          <a:solidFill>
            <a:srgbClr val="F1F8FF"/>
          </a:solidFill>
          <a:ln>
            <a:solidFill>
              <a:srgbClr val="FFF4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Of all truly relevant items, how many did we retrieve, TP/TP+FN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8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84C3CA-25D6-A86F-2702-29555F72F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8" y="785812"/>
            <a:ext cx="629602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16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document&#10;&#10;AI-generated content may be incorrect.">
            <a:extLst>
              <a:ext uri="{FF2B5EF4-FFF2-40B4-BE49-F238E27FC236}">
                <a16:creationId xmlns:a16="http://schemas.microsoft.com/office/drawing/2014/main" id="{49F5D1BF-FBF8-FA00-116E-CA3DA0916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962" y="757238"/>
            <a:ext cx="66960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58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EAF50DC9-A075-FD53-1100-68FF2992A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28600"/>
            <a:ext cx="7696200" cy="4686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A77AD1-D9C8-34DB-8539-1D16D98C133D}"/>
                  </a:ext>
                </a:extLst>
              </p14:cNvPr>
              <p14:cNvContentPartPr/>
              <p14:nvPr/>
            </p14:nvContentPartPr>
            <p14:xfrm>
              <a:off x="3395908" y="1989283"/>
              <a:ext cx="248266" cy="205062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A77AD1-D9C8-34DB-8539-1D16D98C13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78303" y="1971327"/>
                <a:ext cx="283835" cy="2406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56D0E9-44D0-0A3B-8F4C-4C5470BA4E19}"/>
                  </a:ext>
                </a:extLst>
              </p14:cNvPr>
              <p14:cNvContentPartPr/>
              <p14:nvPr/>
            </p14:nvContentPartPr>
            <p14:xfrm>
              <a:off x="3352231" y="2140992"/>
              <a:ext cx="61947" cy="92628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56D0E9-44D0-0A3B-8F4C-4C5470BA4E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34327" y="2123400"/>
                <a:ext cx="97396" cy="1281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088C04-714F-A040-C522-5452401F6F8B}"/>
                  </a:ext>
                </a:extLst>
              </p14:cNvPr>
              <p14:cNvContentPartPr/>
              <p14:nvPr/>
            </p14:nvContentPartPr>
            <p14:xfrm>
              <a:off x="3393356" y="2175112"/>
              <a:ext cx="95352" cy="51458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088C04-714F-A040-C522-5452401F6F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75791" y="2157602"/>
                <a:ext cx="130840" cy="868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2243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able with black text&#10;&#10;AI-generated content may be incorrect.">
            <a:extLst>
              <a:ext uri="{FF2B5EF4-FFF2-40B4-BE49-F238E27FC236}">
                <a16:creationId xmlns:a16="http://schemas.microsoft.com/office/drawing/2014/main" id="{EEFCBF1A-7AF0-5345-2D92-81F1E32BB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8" y="642937"/>
            <a:ext cx="68294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6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692BE49A-F141-020B-36E0-943E9D158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8" y="700088"/>
            <a:ext cx="663892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41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597A79-1C9A-A7C2-33EC-3697A6BAE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8" y="724611"/>
            <a:ext cx="58007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820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02BC961-0407-1196-9065-E84F2B696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704850"/>
            <a:ext cx="67437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250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F3B396F-B436-B137-E731-BE3557F38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" y="-70"/>
            <a:ext cx="5543550" cy="3267075"/>
          </a:xfrm>
          <a:prstGeom prst="rect">
            <a:avLst/>
          </a:prstGeom>
        </p:spPr>
      </p:pic>
      <p:pic>
        <p:nvPicPr>
          <p:cNvPr id="3" name="Picture 2" descr="A group of lines with text&#10;&#10;AI-generated content may be incorrect.">
            <a:extLst>
              <a:ext uri="{FF2B5EF4-FFF2-40B4-BE49-F238E27FC236}">
                <a16:creationId xmlns:a16="http://schemas.microsoft.com/office/drawing/2014/main" id="{D4C68BDD-7CD0-32FB-33BB-E8E97BDAB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250" y="2488795"/>
            <a:ext cx="4688859" cy="223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21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72027E62-690F-90F8-A7FE-9408EC17D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813" y="280987"/>
            <a:ext cx="452437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checklist with red and white text&#10;&#10;AI-generated content may be incorrect.">
            <a:extLst>
              <a:ext uri="{FF2B5EF4-FFF2-40B4-BE49-F238E27FC236}">
                <a16:creationId xmlns:a16="http://schemas.microsoft.com/office/drawing/2014/main" id="{2AE64381-08D3-02EE-F9EC-557212DA1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3" y="381000"/>
            <a:ext cx="62007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71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est&#10;&#10;AI-generated content may be incorrect.">
            <a:extLst>
              <a:ext uri="{FF2B5EF4-FFF2-40B4-BE49-F238E27FC236}">
                <a16:creationId xmlns:a16="http://schemas.microsoft.com/office/drawing/2014/main" id="{DCA5B6BB-2685-F7D6-AC0D-7141EEEC1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22" y="2214492"/>
            <a:ext cx="5429250" cy="2266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0A8671-2A00-F3D2-870E-3F1E56ED221E}"/>
              </a:ext>
            </a:extLst>
          </p:cNvPr>
          <p:cNvSpPr txBox="1"/>
          <p:nvPr/>
        </p:nvSpPr>
        <p:spPr>
          <a:xfrm>
            <a:off x="1415955" y="1164325"/>
            <a:ext cx="525438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Temporal correctness rule</a:t>
            </a:r>
            <a:r>
              <a:rPr lang="en-US" sz="1600" dirty="0"/>
              <a:t> for train and test splitting 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52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able with text on it&#10;&#10;AI-generated content may be incorrect.">
            <a:extLst>
              <a:ext uri="{FF2B5EF4-FFF2-40B4-BE49-F238E27FC236}">
                <a16:creationId xmlns:a16="http://schemas.microsoft.com/office/drawing/2014/main" id="{D2799473-DD50-4138-9189-0AB26538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7" y="726175"/>
            <a:ext cx="65532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17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D36FB300-6442-1605-2FFF-75426A49C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82" y="868410"/>
            <a:ext cx="64008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02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52C3DB98-7E6B-0EF3-1D8A-D43517A32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3" y="633412"/>
            <a:ext cx="574357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08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red and black text&#10;&#10;AI-generated content may be incorrect.">
            <a:extLst>
              <a:ext uri="{FF2B5EF4-FFF2-40B4-BE49-F238E27FC236}">
                <a16:creationId xmlns:a16="http://schemas.microsoft.com/office/drawing/2014/main" id="{9BFAC1FE-9D10-A0C6-8986-33FA7F9C6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300038"/>
            <a:ext cx="577215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530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41A00AF0-D54E-EC46-E763-F2453CBE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428625"/>
            <a:ext cx="61150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81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62ABB0A6-29EC-031B-6417-92D715D71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738188"/>
            <a:ext cx="69532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338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1B716A-56D4-2697-9172-9074662A2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8" y="785812"/>
            <a:ext cx="5305425" cy="35718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5DD659-CD4E-3030-782A-4509A023A05F}"/>
                  </a:ext>
                </a:extLst>
              </p14:cNvPr>
              <p14:cNvContentPartPr/>
              <p14:nvPr/>
            </p14:nvContentPartPr>
            <p14:xfrm>
              <a:off x="3932261" y="1552432"/>
              <a:ext cx="67550" cy="79408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5DD659-CD4E-3030-782A-4509A023A0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4391" y="1534905"/>
                <a:ext cx="102933" cy="1148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45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with orange and black text&#10;&#10;AI-generated content may be incorrect.">
            <a:extLst>
              <a:ext uri="{FF2B5EF4-FFF2-40B4-BE49-F238E27FC236}">
                <a16:creationId xmlns:a16="http://schemas.microsoft.com/office/drawing/2014/main" id="{5BE7790C-1D4F-195D-C824-D59660B4B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633412"/>
            <a:ext cx="51435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343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with black and orange text&#10;&#10;AI-generated content may be incorrect.">
            <a:extLst>
              <a:ext uri="{FF2B5EF4-FFF2-40B4-BE49-F238E27FC236}">
                <a16:creationId xmlns:a16="http://schemas.microsoft.com/office/drawing/2014/main" id="{EF89D718-6D0B-ABC5-E159-1487A35B7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452437"/>
            <a:ext cx="60579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368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8450C1A1-CEF3-A623-30EC-0298FCAF5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87" y="1019175"/>
            <a:ext cx="538162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2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text on it&#10;&#10;AI-generated content may be incorrect.">
            <a:extLst>
              <a:ext uri="{FF2B5EF4-FFF2-40B4-BE49-F238E27FC236}">
                <a16:creationId xmlns:a16="http://schemas.microsoft.com/office/drawing/2014/main" id="{3B13AD55-76B7-7590-BD7C-36B2D7899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781050"/>
            <a:ext cx="63246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71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00AAFB5E-30DE-3A72-D95A-98214EA24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909638"/>
            <a:ext cx="605790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390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C47D53-8A32-F725-1428-688C89166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38" y="862012"/>
            <a:ext cx="610552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560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7ED9ABA-8659-E0E3-B70C-B340CD5A7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455112"/>
            <a:ext cx="493395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436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C00067-9A2C-851D-3FE3-65571EF9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714375"/>
            <a:ext cx="63246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240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630DD1-5AE0-48A1-61D8-5C0D61215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81000"/>
            <a:ext cx="65532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706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CDF518-DF9B-152E-8100-042356CA9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790575"/>
            <a:ext cx="65913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172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AF2E27-16B5-994D-8DC0-C68A4AF13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8" y="685800"/>
            <a:ext cx="602932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63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E0FE3A-F8BF-1480-2770-38B6A3491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547688"/>
            <a:ext cx="567690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982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302D8A-DC83-8680-031F-46960363B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88" y="390525"/>
            <a:ext cx="553402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355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2CBE80-FC44-9458-3346-F5497D55C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863" y="404813"/>
            <a:ext cx="52482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694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FB3121-DB98-B68D-464C-0B7262AEA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8" y="442913"/>
            <a:ext cx="599122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253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ACFC9A-F67E-27CB-0029-5E1B3A579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7" y="438150"/>
            <a:ext cx="477202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460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D9ED1D-92DC-DA3F-4381-D7DA10F43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847725"/>
            <a:ext cx="643890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940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B84C0352-A127-3538-E391-9FD430FA7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552450"/>
            <a:ext cx="57721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548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FF61BD-1680-1B9C-AF29-FCDC5E6AB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3" y="542925"/>
            <a:ext cx="654367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546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022A64-42EE-574E-C9AB-9D177BDB1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376238"/>
            <a:ext cx="525780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395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chart&#10;&#10;AI-generated content may be incorrect.">
            <a:extLst>
              <a:ext uri="{FF2B5EF4-FFF2-40B4-BE49-F238E27FC236}">
                <a16:creationId xmlns:a16="http://schemas.microsoft.com/office/drawing/2014/main" id="{5A2EB253-ACE3-2D69-D912-514DAB0F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742950"/>
            <a:ext cx="49339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868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orange text on a white background&#10;&#10;AI-generated content may be incorrect.">
            <a:extLst>
              <a:ext uri="{FF2B5EF4-FFF2-40B4-BE49-F238E27FC236}">
                <a16:creationId xmlns:a16="http://schemas.microsoft.com/office/drawing/2014/main" id="{5187D898-621E-5E13-DF82-AD71A925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314325"/>
            <a:ext cx="68008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481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18FA6E-D51D-80CA-B7B0-2B3377C99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328" y="698196"/>
            <a:ext cx="4752975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423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690D5ACB-5DE9-44E0-F6F2-FC77729A4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88" y="866775"/>
            <a:ext cx="606742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116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05196C29-5535-BC8F-CDD6-2FAF821AD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661987"/>
            <a:ext cx="58483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321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orange text with black text&#10;&#10;AI-generated content may be incorrect.">
            <a:extLst>
              <a:ext uri="{FF2B5EF4-FFF2-40B4-BE49-F238E27FC236}">
                <a16:creationId xmlns:a16="http://schemas.microsoft.com/office/drawing/2014/main" id="{17117D6D-1488-1E82-042E-91D2CDCFD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87" y="471488"/>
            <a:ext cx="53816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743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 shot of a chart&#10;&#10;AI-generated content may be incorrect.">
            <a:extLst>
              <a:ext uri="{FF2B5EF4-FFF2-40B4-BE49-F238E27FC236}">
                <a16:creationId xmlns:a16="http://schemas.microsoft.com/office/drawing/2014/main" id="{1A009EBE-8CC7-FA75-589E-313F9E18C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657225"/>
            <a:ext cx="49911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47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training pipeline&#10;&#10;AI-generated content may be incorrect.">
            <a:extLst>
              <a:ext uri="{FF2B5EF4-FFF2-40B4-BE49-F238E27FC236}">
                <a16:creationId xmlns:a16="http://schemas.microsoft.com/office/drawing/2014/main" id="{4C3F317C-748A-A57F-AA58-7E3F0B7BF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819150"/>
            <a:ext cx="49911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694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BEEF75BB-576C-BE98-448F-FDEC54237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704" y="409575"/>
            <a:ext cx="466725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44725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_UPGRAD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MASTER_UPGRAD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maitreyi raghavan</dc:creator>
  <cp:revision>194</cp:revision>
  <dcterms:modified xsi:type="dcterms:W3CDTF">2026-05-22T16:45:47Z</dcterms:modified>
</cp:coreProperties>
</file>