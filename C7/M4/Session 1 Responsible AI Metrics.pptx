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7" r:id="rId5"/>
    <p:sldId id="311" r:id="rId6"/>
    <p:sldId id="319" r:id="rId7"/>
    <p:sldId id="322" r:id="rId8"/>
    <p:sldId id="323" r:id="rId9"/>
    <p:sldId id="324" r:id="rId10"/>
    <p:sldId id="325" r:id="rId11"/>
    <p:sldId id="326" r:id="rId12"/>
    <p:sldId id="320" r:id="rId13"/>
    <p:sldId id="327" r:id="rId14"/>
    <p:sldId id="347" r:id="rId15"/>
    <p:sldId id="328" r:id="rId16"/>
    <p:sldId id="329" r:id="rId17"/>
    <p:sldId id="348" r:id="rId18"/>
    <p:sldId id="332" r:id="rId19"/>
    <p:sldId id="349" r:id="rId20"/>
    <p:sldId id="334" r:id="rId21"/>
    <p:sldId id="352" r:id="rId22"/>
    <p:sldId id="350" r:id="rId23"/>
    <p:sldId id="335" r:id="rId24"/>
    <p:sldId id="337" r:id="rId25"/>
    <p:sldId id="339" r:id="rId26"/>
    <p:sldId id="338" r:id="rId27"/>
    <p:sldId id="321" r:id="rId28"/>
    <p:sldId id="343" r:id="rId29"/>
    <p:sldId id="344" r:id="rId30"/>
    <p:sldId id="345" r:id="rId31"/>
    <p:sldId id="346" r:id="rId32"/>
    <p:sldId id="341" r:id="rId33"/>
    <p:sldId id="34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F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590935-A04C-E86F-5D6D-661E4A991054}" v="27" dt="2026-01-23T06:25:41.018"/>
    <p1510:client id="{6C56D5B0-C7C5-451B-9D4F-962E3A0AEAAF}" v="97" dt="2026-01-23T08:52:05.766"/>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3700" autoAdjust="0"/>
  </p:normalViewPr>
  <p:slideViewPr>
    <p:cSldViewPr snapToGrid="0">
      <p:cViewPr varScale="1">
        <p:scale>
          <a:sx n="59" d="100"/>
          <a:sy n="59" d="100"/>
        </p:scale>
        <p:origin x="75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Sharma" userId="4535aa35-0bb8-4851-a86a-783a8287a91d" providerId="ADAL" clId="{0D1FB8DB-7607-4503-8C38-F09DA14926CD}"/>
    <pc:docChg chg="undo custSel delSld modSld">
      <pc:chgData name="Tushar Sharma" userId="4535aa35-0bb8-4851-a86a-783a8287a91d" providerId="ADAL" clId="{0D1FB8DB-7607-4503-8C38-F09DA14926CD}" dt="2026-01-17T14:23:06.195" v="249" actId="1076"/>
      <pc:docMkLst>
        <pc:docMk/>
      </pc:docMkLst>
      <pc:sldChg chg="addSp modSp mod">
        <pc:chgData name="Tushar Sharma" userId="4535aa35-0bb8-4851-a86a-783a8287a91d" providerId="ADAL" clId="{0D1FB8DB-7607-4503-8C38-F09DA14926CD}" dt="2026-01-17T14:00:38.830" v="27" actId="164"/>
        <pc:sldMkLst>
          <pc:docMk/>
          <pc:sldMk cId="1885921022" sldId="322"/>
        </pc:sldMkLst>
        <pc:spChg chg="mod">
          <ac:chgData name="Tushar Sharma" userId="4535aa35-0bb8-4851-a86a-783a8287a91d" providerId="ADAL" clId="{0D1FB8DB-7607-4503-8C38-F09DA14926CD}" dt="2026-01-17T14:00:38.830" v="27" actId="164"/>
          <ac:spMkLst>
            <pc:docMk/>
            <pc:sldMk cId="1885921022" sldId="322"/>
            <ac:spMk id="3" creationId="{EB1AF3B2-CFDB-70B2-2906-B92191DCFDB9}"/>
          </ac:spMkLst>
        </pc:spChg>
        <pc:spChg chg="mod">
          <ac:chgData name="Tushar Sharma" userId="4535aa35-0bb8-4851-a86a-783a8287a91d" providerId="ADAL" clId="{0D1FB8DB-7607-4503-8C38-F09DA14926CD}" dt="2026-01-17T14:00:38.830" v="27" actId="164"/>
          <ac:spMkLst>
            <pc:docMk/>
            <pc:sldMk cId="1885921022" sldId="322"/>
            <ac:spMk id="4" creationId="{118528C5-4F58-3D3E-1C74-92D87BBECEC4}"/>
          </ac:spMkLst>
        </pc:spChg>
        <pc:spChg chg="mod">
          <ac:chgData name="Tushar Sharma" userId="4535aa35-0bb8-4851-a86a-783a8287a91d" providerId="ADAL" clId="{0D1FB8DB-7607-4503-8C38-F09DA14926CD}" dt="2026-01-17T14:00:38.830" v="27" actId="164"/>
          <ac:spMkLst>
            <pc:docMk/>
            <pc:sldMk cId="1885921022" sldId="322"/>
            <ac:spMk id="5" creationId="{647E16CC-4306-F748-E129-A50B1CE0611D}"/>
          </ac:spMkLst>
        </pc:spChg>
        <pc:spChg chg="mod">
          <ac:chgData name="Tushar Sharma" userId="4535aa35-0bb8-4851-a86a-783a8287a91d" providerId="ADAL" clId="{0D1FB8DB-7607-4503-8C38-F09DA14926CD}" dt="2026-01-17T14:00:38.830" v="27" actId="164"/>
          <ac:spMkLst>
            <pc:docMk/>
            <pc:sldMk cId="1885921022" sldId="322"/>
            <ac:spMk id="6" creationId="{50C6839D-61C7-7B12-3D90-88A16E8C2E8F}"/>
          </ac:spMkLst>
        </pc:spChg>
        <pc:spChg chg="mod">
          <ac:chgData name="Tushar Sharma" userId="4535aa35-0bb8-4851-a86a-783a8287a91d" providerId="ADAL" clId="{0D1FB8DB-7607-4503-8C38-F09DA14926CD}" dt="2026-01-17T14:00:38.830" v="27" actId="164"/>
          <ac:spMkLst>
            <pc:docMk/>
            <pc:sldMk cId="1885921022" sldId="322"/>
            <ac:spMk id="7" creationId="{C2A41CD4-65E2-D6D9-75F7-173914A2E816}"/>
          </ac:spMkLst>
        </pc:spChg>
        <pc:grpChg chg="add mod">
          <ac:chgData name="Tushar Sharma" userId="4535aa35-0bb8-4851-a86a-783a8287a91d" providerId="ADAL" clId="{0D1FB8DB-7607-4503-8C38-F09DA14926CD}" dt="2026-01-17T14:00:38.830" v="27" actId="164"/>
          <ac:grpSpMkLst>
            <pc:docMk/>
            <pc:sldMk cId="1885921022" sldId="322"/>
            <ac:grpSpMk id="8" creationId="{BBD2B7A3-8042-7A77-B266-0C5D6D54979A}"/>
          </ac:grpSpMkLst>
        </pc:grpChg>
        <pc:cxnChg chg="mod">
          <ac:chgData name="Tushar Sharma" userId="4535aa35-0bb8-4851-a86a-783a8287a91d" providerId="ADAL" clId="{0D1FB8DB-7607-4503-8C38-F09DA14926CD}" dt="2026-01-17T14:00:38.830" v="27" actId="164"/>
          <ac:cxnSpMkLst>
            <pc:docMk/>
            <pc:sldMk cId="1885921022" sldId="322"/>
            <ac:cxnSpMk id="13" creationId="{B585FECE-A845-C4C4-D695-9FFCED54ABA6}"/>
          </ac:cxnSpMkLst>
        </pc:cxnChg>
        <pc:cxnChg chg="mod">
          <ac:chgData name="Tushar Sharma" userId="4535aa35-0bb8-4851-a86a-783a8287a91d" providerId="ADAL" clId="{0D1FB8DB-7607-4503-8C38-F09DA14926CD}" dt="2026-01-17T14:00:38.830" v="27" actId="164"/>
          <ac:cxnSpMkLst>
            <pc:docMk/>
            <pc:sldMk cId="1885921022" sldId="322"/>
            <ac:cxnSpMk id="15" creationId="{DB1EB636-A66E-E53A-0170-4873D704F018}"/>
          </ac:cxnSpMkLst>
        </pc:cxnChg>
        <pc:cxnChg chg="mod">
          <ac:chgData name="Tushar Sharma" userId="4535aa35-0bb8-4851-a86a-783a8287a91d" providerId="ADAL" clId="{0D1FB8DB-7607-4503-8C38-F09DA14926CD}" dt="2026-01-17T14:00:38.830" v="27" actId="164"/>
          <ac:cxnSpMkLst>
            <pc:docMk/>
            <pc:sldMk cId="1885921022" sldId="322"/>
            <ac:cxnSpMk id="17" creationId="{121C4A47-3A44-8BDD-08AE-7F72311EA38E}"/>
          </ac:cxnSpMkLst>
        </pc:cxnChg>
        <pc:cxnChg chg="mod">
          <ac:chgData name="Tushar Sharma" userId="4535aa35-0bb8-4851-a86a-783a8287a91d" providerId="ADAL" clId="{0D1FB8DB-7607-4503-8C38-F09DA14926CD}" dt="2026-01-17T14:00:38.830" v="27" actId="164"/>
          <ac:cxnSpMkLst>
            <pc:docMk/>
            <pc:sldMk cId="1885921022" sldId="322"/>
            <ac:cxnSpMk id="19" creationId="{9A362AD7-44D5-6C71-AD87-51B3B7FF3D93}"/>
          </ac:cxnSpMkLst>
        </pc:cxnChg>
      </pc:sldChg>
      <pc:sldChg chg="addSp delSp modSp mod">
        <pc:chgData name="Tushar Sharma" userId="4535aa35-0bb8-4851-a86a-783a8287a91d" providerId="ADAL" clId="{0D1FB8DB-7607-4503-8C38-F09DA14926CD}" dt="2026-01-17T14:00:51.475" v="36" actId="1076"/>
        <pc:sldMkLst>
          <pc:docMk/>
          <pc:sldMk cId="218469548" sldId="323"/>
        </pc:sldMkLst>
        <pc:spChg chg="mod">
          <ac:chgData name="Tushar Sharma" userId="4535aa35-0bb8-4851-a86a-783a8287a91d" providerId="ADAL" clId="{0D1FB8DB-7607-4503-8C38-F09DA14926CD}" dt="2026-01-17T14:00:47.589" v="35" actId="404"/>
          <ac:spMkLst>
            <pc:docMk/>
            <pc:sldMk cId="218469548" sldId="323"/>
            <ac:spMk id="5" creationId="{687402D0-56FC-B0A2-146A-16305B38EBE5}"/>
          </ac:spMkLst>
        </pc:spChg>
        <pc:spChg chg="mod">
          <ac:chgData name="Tushar Sharma" userId="4535aa35-0bb8-4851-a86a-783a8287a91d" providerId="ADAL" clId="{0D1FB8DB-7607-4503-8C38-F09DA14926CD}" dt="2026-01-17T14:00:47.589" v="35" actId="404"/>
          <ac:spMkLst>
            <pc:docMk/>
            <pc:sldMk cId="218469548" sldId="323"/>
            <ac:spMk id="6" creationId="{0F1D0417-24CF-2DF0-B873-477986C46CA0}"/>
          </ac:spMkLst>
        </pc:spChg>
        <pc:spChg chg="mod">
          <ac:chgData name="Tushar Sharma" userId="4535aa35-0bb8-4851-a86a-783a8287a91d" providerId="ADAL" clId="{0D1FB8DB-7607-4503-8C38-F09DA14926CD}" dt="2026-01-17T14:00:47.589" v="35" actId="404"/>
          <ac:spMkLst>
            <pc:docMk/>
            <pc:sldMk cId="218469548" sldId="323"/>
            <ac:spMk id="7" creationId="{C2C2465A-B12C-D7CA-0F01-E09BE7B537BE}"/>
          </ac:spMkLst>
        </pc:spChg>
        <pc:spChg chg="mod">
          <ac:chgData name="Tushar Sharma" userId="4535aa35-0bb8-4851-a86a-783a8287a91d" providerId="ADAL" clId="{0D1FB8DB-7607-4503-8C38-F09DA14926CD}" dt="2026-01-17T14:00:47.589" v="35" actId="404"/>
          <ac:spMkLst>
            <pc:docMk/>
            <pc:sldMk cId="218469548" sldId="323"/>
            <ac:spMk id="8" creationId="{60328658-910B-CD7D-DDF5-9FB8217C40AA}"/>
          </ac:spMkLst>
        </pc:spChg>
        <pc:spChg chg="mod">
          <ac:chgData name="Tushar Sharma" userId="4535aa35-0bb8-4851-a86a-783a8287a91d" providerId="ADAL" clId="{0D1FB8DB-7607-4503-8C38-F09DA14926CD}" dt="2026-01-17T14:00:47.589" v="35" actId="404"/>
          <ac:spMkLst>
            <pc:docMk/>
            <pc:sldMk cId="218469548" sldId="323"/>
            <ac:spMk id="9" creationId="{999D7DA3-F96A-FA27-29A0-E958DCA90DD8}"/>
          </ac:spMkLst>
        </pc:spChg>
        <pc:grpChg chg="add mod">
          <ac:chgData name="Tushar Sharma" userId="4535aa35-0bb8-4851-a86a-783a8287a91d" providerId="ADAL" clId="{0D1FB8DB-7607-4503-8C38-F09DA14926CD}" dt="2026-01-17T14:00:51.475" v="36" actId="1076"/>
          <ac:grpSpMkLst>
            <pc:docMk/>
            <pc:sldMk cId="218469548" sldId="323"/>
            <ac:grpSpMk id="3" creationId="{14F2A60C-D2EF-23D6-7945-05CD0ECCB542}"/>
          </ac:grpSpMkLst>
        </pc:grpChg>
        <pc:graphicFrameChg chg="mod modGraphic">
          <ac:chgData name="Tushar Sharma" userId="4535aa35-0bb8-4851-a86a-783a8287a91d" providerId="ADAL" clId="{0D1FB8DB-7607-4503-8C38-F09DA14926CD}" dt="2026-01-17T13:58:38.998" v="7" actId="1076"/>
          <ac:graphicFrameMkLst>
            <pc:docMk/>
            <pc:sldMk cId="218469548" sldId="323"/>
            <ac:graphicFrameMk id="34" creationId="{AB052EAB-70D6-9E34-04D5-C91A94E6705A}"/>
          </ac:graphicFrameMkLst>
        </pc:graphicFrameChg>
        <pc:cxnChg chg="mod">
          <ac:chgData name="Tushar Sharma" userId="4535aa35-0bb8-4851-a86a-783a8287a91d" providerId="ADAL" clId="{0D1FB8DB-7607-4503-8C38-F09DA14926CD}" dt="2026-01-17T14:00:42.336" v="29"/>
          <ac:cxnSpMkLst>
            <pc:docMk/>
            <pc:sldMk cId="218469548" sldId="323"/>
            <ac:cxnSpMk id="10" creationId="{B9C34F17-1CC8-D7F8-29E3-AC554B3DFFC3}"/>
          </ac:cxnSpMkLst>
        </pc:cxnChg>
        <pc:cxnChg chg="mod">
          <ac:chgData name="Tushar Sharma" userId="4535aa35-0bb8-4851-a86a-783a8287a91d" providerId="ADAL" clId="{0D1FB8DB-7607-4503-8C38-F09DA14926CD}" dt="2026-01-17T14:00:42.336" v="29"/>
          <ac:cxnSpMkLst>
            <pc:docMk/>
            <pc:sldMk cId="218469548" sldId="323"/>
            <ac:cxnSpMk id="11" creationId="{99E8EA05-996F-4220-8826-A6E85E54DC8C}"/>
          </ac:cxnSpMkLst>
        </pc:cxnChg>
        <pc:cxnChg chg="mod">
          <ac:chgData name="Tushar Sharma" userId="4535aa35-0bb8-4851-a86a-783a8287a91d" providerId="ADAL" clId="{0D1FB8DB-7607-4503-8C38-F09DA14926CD}" dt="2026-01-17T14:00:42.336" v="29"/>
          <ac:cxnSpMkLst>
            <pc:docMk/>
            <pc:sldMk cId="218469548" sldId="323"/>
            <ac:cxnSpMk id="12" creationId="{1B30523F-88E1-6087-7682-7EA7976AEB81}"/>
          </ac:cxnSpMkLst>
        </pc:cxnChg>
        <pc:cxnChg chg="mod">
          <ac:chgData name="Tushar Sharma" userId="4535aa35-0bb8-4851-a86a-783a8287a91d" providerId="ADAL" clId="{0D1FB8DB-7607-4503-8C38-F09DA14926CD}" dt="2026-01-17T14:00:42.336" v="29"/>
          <ac:cxnSpMkLst>
            <pc:docMk/>
            <pc:sldMk cId="218469548" sldId="323"/>
            <ac:cxnSpMk id="13" creationId="{DEFD5922-EAF4-1278-A7A0-942C7D1EB120}"/>
          </ac:cxnSpMkLst>
        </pc:cxnChg>
      </pc:sldChg>
      <pc:sldChg chg="modSp mod">
        <pc:chgData name="Tushar Sharma" userId="4535aa35-0bb8-4851-a86a-783a8287a91d" providerId="ADAL" clId="{0D1FB8DB-7607-4503-8C38-F09DA14926CD}" dt="2026-01-17T13:58:53.901" v="8" actId="122"/>
        <pc:sldMkLst>
          <pc:docMk/>
          <pc:sldMk cId="517108449" sldId="324"/>
        </pc:sldMkLst>
        <pc:spChg chg="mod">
          <ac:chgData name="Tushar Sharma" userId="4535aa35-0bb8-4851-a86a-783a8287a91d" providerId="ADAL" clId="{0D1FB8DB-7607-4503-8C38-F09DA14926CD}" dt="2026-01-17T13:58:53.901" v="8" actId="122"/>
          <ac:spMkLst>
            <pc:docMk/>
            <pc:sldMk cId="517108449" sldId="324"/>
            <ac:spMk id="3" creationId="{2F544786-73A8-02D5-5943-A273DD6FA80B}"/>
          </ac:spMkLst>
        </pc:spChg>
      </pc:sldChg>
      <pc:sldChg chg="modSp mod">
        <pc:chgData name="Tushar Sharma" userId="4535aa35-0bb8-4851-a86a-783a8287a91d" providerId="ADAL" clId="{0D1FB8DB-7607-4503-8C38-F09DA14926CD}" dt="2026-01-17T13:59:16.745" v="9" actId="207"/>
        <pc:sldMkLst>
          <pc:docMk/>
          <pc:sldMk cId="1657349601" sldId="326"/>
        </pc:sldMkLst>
        <pc:spChg chg="mod">
          <ac:chgData name="Tushar Sharma" userId="4535aa35-0bb8-4851-a86a-783a8287a91d" providerId="ADAL" clId="{0D1FB8DB-7607-4503-8C38-F09DA14926CD}" dt="2026-01-17T13:59:16.745" v="9" actId="207"/>
          <ac:spMkLst>
            <pc:docMk/>
            <pc:sldMk cId="1657349601" sldId="326"/>
            <ac:spMk id="9" creationId="{B8415841-FA98-D709-55AD-18BC50E59CEE}"/>
          </ac:spMkLst>
        </pc:spChg>
      </pc:sldChg>
      <pc:sldChg chg="addSp modSp mod">
        <pc:chgData name="Tushar Sharma" userId="4535aa35-0bb8-4851-a86a-783a8287a91d" providerId="ADAL" clId="{0D1FB8DB-7607-4503-8C38-F09DA14926CD}" dt="2026-01-17T14:01:07.306" v="37" actId="164"/>
        <pc:sldMkLst>
          <pc:docMk/>
          <pc:sldMk cId="1978672726" sldId="327"/>
        </pc:sldMkLst>
        <pc:spChg chg="mod">
          <ac:chgData name="Tushar Sharma" userId="4535aa35-0bb8-4851-a86a-783a8287a91d" providerId="ADAL" clId="{0D1FB8DB-7607-4503-8C38-F09DA14926CD}" dt="2026-01-17T14:01:07.306" v="37" actId="164"/>
          <ac:spMkLst>
            <pc:docMk/>
            <pc:sldMk cId="1978672726" sldId="327"/>
            <ac:spMk id="3" creationId="{17A5D5E6-5713-027D-8074-8ECA6031AF9C}"/>
          </ac:spMkLst>
        </pc:spChg>
        <pc:spChg chg="mod">
          <ac:chgData name="Tushar Sharma" userId="4535aa35-0bb8-4851-a86a-783a8287a91d" providerId="ADAL" clId="{0D1FB8DB-7607-4503-8C38-F09DA14926CD}" dt="2026-01-17T14:01:07.306" v="37" actId="164"/>
          <ac:spMkLst>
            <pc:docMk/>
            <pc:sldMk cId="1978672726" sldId="327"/>
            <ac:spMk id="4" creationId="{0E0823F9-4555-B127-C3B2-489DFC1EA864}"/>
          </ac:spMkLst>
        </pc:spChg>
        <pc:spChg chg="mod">
          <ac:chgData name="Tushar Sharma" userId="4535aa35-0bb8-4851-a86a-783a8287a91d" providerId="ADAL" clId="{0D1FB8DB-7607-4503-8C38-F09DA14926CD}" dt="2026-01-17T14:01:07.306" v="37" actId="164"/>
          <ac:spMkLst>
            <pc:docMk/>
            <pc:sldMk cId="1978672726" sldId="327"/>
            <ac:spMk id="5" creationId="{11859EC7-73D1-F2C3-1C9C-F64FD8AE87C4}"/>
          </ac:spMkLst>
        </pc:spChg>
        <pc:spChg chg="mod">
          <ac:chgData name="Tushar Sharma" userId="4535aa35-0bb8-4851-a86a-783a8287a91d" providerId="ADAL" clId="{0D1FB8DB-7607-4503-8C38-F09DA14926CD}" dt="2026-01-17T14:01:07.306" v="37" actId="164"/>
          <ac:spMkLst>
            <pc:docMk/>
            <pc:sldMk cId="1978672726" sldId="327"/>
            <ac:spMk id="8" creationId="{393B140A-FFC9-13C7-DD05-8B8C622995C2}"/>
          </ac:spMkLst>
        </pc:spChg>
        <pc:spChg chg="mod">
          <ac:chgData name="Tushar Sharma" userId="4535aa35-0bb8-4851-a86a-783a8287a91d" providerId="ADAL" clId="{0D1FB8DB-7607-4503-8C38-F09DA14926CD}" dt="2026-01-17T14:01:07.306" v="37" actId="164"/>
          <ac:spMkLst>
            <pc:docMk/>
            <pc:sldMk cId="1978672726" sldId="327"/>
            <ac:spMk id="9" creationId="{62D92D4B-4211-591E-07FE-B7E49D4E44A5}"/>
          </ac:spMkLst>
        </pc:spChg>
        <pc:spChg chg="mod">
          <ac:chgData name="Tushar Sharma" userId="4535aa35-0bb8-4851-a86a-783a8287a91d" providerId="ADAL" clId="{0D1FB8DB-7607-4503-8C38-F09DA14926CD}" dt="2026-01-17T14:01:07.306" v="37" actId="164"/>
          <ac:spMkLst>
            <pc:docMk/>
            <pc:sldMk cId="1978672726" sldId="327"/>
            <ac:spMk id="34" creationId="{C7B70044-29A3-C9F7-68E7-38FA566DCCD1}"/>
          </ac:spMkLst>
        </pc:spChg>
        <pc:grpChg chg="add mod">
          <ac:chgData name="Tushar Sharma" userId="4535aa35-0bb8-4851-a86a-783a8287a91d" providerId="ADAL" clId="{0D1FB8DB-7607-4503-8C38-F09DA14926CD}" dt="2026-01-17T14:01:07.306" v="37" actId="164"/>
          <ac:grpSpMkLst>
            <pc:docMk/>
            <pc:sldMk cId="1978672726" sldId="327"/>
            <ac:grpSpMk id="6" creationId="{3F87B353-ECBF-5BC6-0540-0755BF1A6F55}"/>
          </ac:grpSpMkLst>
        </pc:grpChg>
        <pc:cxnChg chg="mod">
          <ac:chgData name="Tushar Sharma" userId="4535aa35-0bb8-4851-a86a-783a8287a91d" providerId="ADAL" clId="{0D1FB8DB-7607-4503-8C38-F09DA14926CD}" dt="2026-01-17T14:01:07.306" v="37" actId="164"/>
          <ac:cxnSpMkLst>
            <pc:docMk/>
            <pc:sldMk cId="1978672726" sldId="327"/>
            <ac:cxnSpMk id="15" creationId="{867CA65F-C78B-0D04-CF2A-855D093043EA}"/>
          </ac:cxnSpMkLst>
        </pc:cxnChg>
        <pc:cxnChg chg="mod">
          <ac:chgData name="Tushar Sharma" userId="4535aa35-0bb8-4851-a86a-783a8287a91d" providerId="ADAL" clId="{0D1FB8DB-7607-4503-8C38-F09DA14926CD}" dt="2026-01-17T14:01:07.306" v="37" actId="164"/>
          <ac:cxnSpMkLst>
            <pc:docMk/>
            <pc:sldMk cId="1978672726" sldId="327"/>
            <ac:cxnSpMk id="18" creationId="{B256FF54-7AE5-CD94-D4FA-8F93841BE1FF}"/>
          </ac:cxnSpMkLst>
        </pc:cxnChg>
        <pc:cxnChg chg="mod">
          <ac:chgData name="Tushar Sharma" userId="4535aa35-0bb8-4851-a86a-783a8287a91d" providerId="ADAL" clId="{0D1FB8DB-7607-4503-8C38-F09DA14926CD}" dt="2026-01-17T14:01:07.306" v="37" actId="164"/>
          <ac:cxnSpMkLst>
            <pc:docMk/>
            <pc:sldMk cId="1978672726" sldId="327"/>
            <ac:cxnSpMk id="23" creationId="{CB4DBE7B-DABD-135C-1C9F-E1005E47C97B}"/>
          </ac:cxnSpMkLst>
        </pc:cxnChg>
      </pc:sldChg>
      <pc:sldChg chg="modSp mod">
        <pc:chgData name="Tushar Sharma" userId="4535aa35-0bb8-4851-a86a-783a8287a91d" providerId="ADAL" clId="{0D1FB8DB-7607-4503-8C38-F09DA14926CD}" dt="2026-01-17T14:02:32.195" v="50" actId="1076"/>
        <pc:sldMkLst>
          <pc:docMk/>
          <pc:sldMk cId="1972899898" sldId="332"/>
        </pc:sldMkLst>
        <pc:spChg chg="mod">
          <ac:chgData name="Tushar Sharma" userId="4535aa35-0bb8-4851-a86a-783a8287a91d" providerId="ADAL" clId="{0D1FB8DB-7607-4503-8C38-F09DA14926CD}" dt="2026-01-17T14:02:28.152" v="49" actId="1076"/>
          <ac:spMkLst>
            <pc:docMk/>
            <pc:sldMk cId="1972899898" sldId="332"/>
            <ac:spMk id="3" creationId="{489D96EA-2342-6AFB-E4DD-6E2E90629B44}"/>
          </ac:spMkLst>
        </pc:spChg>
        <pc:spChg chg="mod">
          <ac:chgData name="Tushar Sharma" userId="4535aa35-0bb8-4851-a86a-783a8287a91d" providerId="ADAL" clId="{0D1FB8DB-7607-4503-8C38-F09DA14926CD}" dt="2026-01-17T14:02:28.152" v="49" actId="1076"/>
          <ac:spMkLst>
            <pc:docMk/>
            <pc:sldMk cId="1972899898" sldId="332"/>
            <ac:spMk id="4" creationId="{03C899E3-9A5C-3BB2-4771-45D7B8AEEA62}"/>
          </ac:spMkLst>
        </pc:spChg>
        <pc:spChg chg="mod">
          <ac:chgData name="Tushar Sharma" userId="4535aa35-0bb8-4851-a86a-783a8287a91d" providerId="ADAL" clId="{0D1FB8DB-7607-4503-8C38-F09DA14926CD}" dt="2026-01-17T14:02:28.152" v="49" actId="1076"/>
          <ac:spMkLst>
            <pc:docMk/>
            <pc:sldMk cId="1972899898" sldId="332"/>
            <ac:spMk id="5" creationId="{13258F5C-401E-728F-7F65-18A27F0C7B41}"/>
          </ac:spMkLst>
        </pc:spChg>
        <pc:spChg chg="mod">
          <ac:chgData name="Tushar Sharma" userId="4535aa35-0bb8-4851-a86a-783a8287a91d" providerId="ADAL" clId="{0D1FB8DB-7607-4503-8C38-F09DA14926CD}" dt="2026-01-17T14:02:22.155" v="48" actId="1076"/>
          <ac:spMkLst>
            <pc:docMk/>
            <pc:sldMk cId="1972899898" sldId="332"/>
            <ac:spMk id="6" creationId="{88F286B1-54CE-F7D8-6ABD-5A0F1B3DC3E6}"/>
          </ac:spMkLst>
        </pc:spChg>
        <pc:spChg chg="mod">
          <ac:chgData name="Tushar Sharma" userId="4535aa35-0bb8-4851-a86a-783a8287a91d" providerId="ADAL" clId="{0D1FB8DB-7607-4503-8C38-F09DA14926CD}" dt="2026-01-17T14:02:28.152" v="49" actId="1076"/>
          <ac:spMkLst>
            <pc:docMk/>
            <pc:sldMk cId="1972899898" sldId="332"/>
            <ac:spMk id="8" creationId="{C1589A9F-7438-3707-D339-D868AD2BCCFF}"/>
          </ac:spMkLst>
        </pc:spChg>
        <pc:spChg chg="mod">
          <ac:chgData name="Tushar Sharma" userId="4535aa35-0bb8-4851-a86a-783a8287a91d" providerId="ADAL" clId="{0D1FB8DB-7607-4503-8C38-F09DA14926CD}" dt="2026-01-17T14:02:28.152" v="49" actId="1076"/>
          <ac:spMkLst>
            <pc:docMk/>
            <pc:sldMk cId="1972899898" sldId="332"/>
            <ac:spMk id="9" creationId="{DC2D8152-2A3E-175F-2D7A-FC7BE75E5A32}"/>
          </ac:spMkLst>
        </pc:spChg>
        <pc:spChg chg="mod">
          <ac:chgData name="Tushar Sharma" userId="4535aa35-0bb8-4851-a86a-783a8287a91d" providerId="ADAL" clId="{0D1FB8DB-7607-4503-8C38-F09DA14926CD}" dt="2026-01-17T14:02:28.152" v="49" actId="1076"/>
          <ac:spMkLst>
            <pc:docMk/>
            <pc:sldMk cId="1972899898" sldId="332"/>
            <ac:spMk id="10" creationId="{6F28FD6D-0756-8757-2B22-36BD77D74831}"/>
          </ac:spMkLst>
        </pc:spChg>
        <pc:spChg chg="mod">
          <ac:chgData name="Tushar Sharma" userId="4535aa35-0bb8-4851-a86a-783a8287a91d" providerId="ADAL" clId="{0D1FB8DB-7607-4503-8C38-F09DA14926CD}" dt="2026-01-17T14:02:28.152" v="49" actId="1076"/>
          <ac:spMkLst>
            <pc:docMk/>
            <pc:sldMk cId="1972899898" sldId="332"/>
            <ac:spMk id="15" creationId="{9A885077-4D39-8CF1-96BF-168E47AC2648}"/>
          </ac:spMkLst>
        </pc:spChg>
        <pc:spChg chg="mod">
          <ac:chgData name="Tushar Sharma" userId="4535aa35-0bb8-4851-a86a-783a8287a91d" providerId="ADAL" clId="{0D1FB8DB-7607-4503-8C38-F09DA14926CD}" dt="2026-01-17T14:02:32.195" v="50" actId="1076"/>
          <ac:spMkLst>
            <pc:docMk/>
            <pc:sldMk cId="1972899898" sldId="332"/>
            <ac:spMk id="16" creationId="{EC6AE9D8-3C63-E8AA-3292-C53439994137}"/>
          </ac:spMkLst>
        </pc:spChg>
        <pc:spChg chg="mod">
          <ac:chgData name="Tushar Sharma" userId="4535aa35-0bb8-4851-a86a-783a8287a91d" providerId="ADAL" clId="{0D1FB8DB-7607-4503-8C38-F09DA14926CD}" dt="2026-01-17T14:02:28.152" v="49" actId="1076"/>
          <ac:spMkLst>
            <pc:docMk/>
            <pc:sldMk cId="1972899898" sldId="332"/>
            <ac:spMk id="19" creationId="{C681E515-EB4A-0A81-BE98-50581A3243AC}"/>
          </ac:spMkLst>
        </pc:spChg>
        <pc:spChg chg="mod">
          <ac:chgData name="Tushar Sharma" userId="4535aa35-0bb8-4851-a86a-783a8287a91d" providerId="ADAL" clId="{0D1FB8DB-7607-4503-8C38-F09DA14926CD}" dt="2026-01-17T14:02:28.152" v="49" actId="1076"/>
          <ac:spMkLst>
            <pc:docMk/>
            <pc:sldMk cId="1972899898" sldId="332"/>
            <ac:spMk id="27" creationId="{F3D72AC1-C37A-6992-F3C2-6A2570E76081}"/>
          </ac:spMkLst>
        </pc:spChg>
        <pc:cxnChg chg="mod">
          <ac:chgData name="Tushar Sharma" userId="4535aa35-0bb8-4851-a86a-783a8287a91d" providerId="ADAL" clId="{0D1FB8DB-7607-4503-8C38-F09DA14926CD}" dt="2026-01-17T14:02:28.152" v="49" actId="1076"/>
          <ac:cxnSpMkLst>
            <pc:docMk/>
            <pc:sldMk cId="1972899898" sldId="332"/>
            <ac:cxnSpMk id="26" creationId="{643EEE06-D80C-9D56-4ED0-836F55C5CC74}"/>
          </ac:cxnSpMkLst>
        </pc:cxnChg>
      </pc:sldChg>
      <pc:sldChg chg="modSp mod">
        <pc:chgData name="Tushar Sharma" userId="4535aa35-0bb8-4851-a86a-783a8287a91d" providerId="ADAL" clId="{0D1FB8DB-7607-4503-8C38-F09DA14926CD}" dt="2026-01-17T14:03:33.739" v="65" actId="1076"/>
        <pc:sldMkLst>
          <pc:docMk/>
          <pc:sldMk cId="2267053666" sldId="335"/>
        </pc:sldMkLst>
        <pc:spChg chg="mod">
          <ac:chgData name="Tushar Sharma" userId="4535aa35-0bb8-4851-a86a-783a8287a91d" providerId="ADAL" clId="{0D1FB8DB-7607-4503-8C38-F09DA14926CD}" dt="2026-01-17T14:03:28.390" v="64" actId="14100"/>
          <ac:spMkLst>
            <pc:docMk/>
            <pc:sldMk cId="2267053666" sldId="335"/>
            <ac:spMk id="9" creationId="{F53A3C33-418A-D2E0-C8EE-2C7E9F7EBC39}"/>
          </ac:spMkLst>
        </pc:spChg>
        <pc:spChg chg="mod">
          <ac:chgData name="Tushar Sharma" userId="4535aa35-0bb8-4851-a86a-783a8287a91d" providerId="ADAL" clId="{0D1FB8DB-7607-4503-8C38-F09DA14926CD}" dt="2026-01-17T14:03:33.739" v="65" actId="1076"/>
          <ac:spMkLst>
            <pc:docMk/>
            <pc:sldMk cId="2267053666" sldId="335"/>
            <ac:spMk id="11" creationId="{5BF29670-B60A-9080-AD88-849A34AA3DF9}"/>
          </ac:spMkLst>
        </pc:spChg>
      </pc:sldChg>
      <pc:sldChg chg="modSp mod">
        <pc:chgData name="Tushar Sharma" userId="4535aa35-0bb8-4851-a86a-783a8287a91d" providerId="ADAL" clId="{0D1FB8DB-7607-4503-8C38-F09DA14926CD}" dt="2026-01-17T14:03:40.386" v="68" actId="14100"/>
        <pc:sldMkLst>
          <pc:docMk/>
          <pc:sldMk cId="3532683799" sldId="337"/>
        </pc:sldMkLst>
        <pc:spChg chg="mod">
          <ac:chgData name="Tushar Sharma" userId="4535aa35-0bb8-4851-a86a-783a8287a91d" providerId="ADAL" clId="{0D1FB8DB-7607-4503-8C38-F09DA14926CD}" dt="2026-01-17T14:03:40.386" v="68" actId="14100"/>
          <ac:spMkLst>
            <pc:docMk/>
            <pc:sldMk cId="3532683799" sldId="337"/>
            <ac:spMk id="3" creationId="{BEF9319D-2B67-FFD3-C801-E30367C9E936}"/>
          </ac:spMkLst>
        </pc:spChg>
      </pc:sldChg>
      <pc:sldChg chg="addSp modSp mod">
        <pc:chgData name="Tushar Sharma" userId="4535aa35-0bb8-4851-a86a-783a8287a91d" providerId="ADAL" clId="{0D1FB8DB-7607-4503-8C38-F09DA14926CD}" dt="2026-01-17T14:06:48.501" v="118" actId="1076"/>
        <pc:sldMkLst>
          <pc:docMk/>
          <pc:sldMk cId="1940088483" sldId="338"/>
        </pc:sldMkLst>
        <pc:spChg chg="mod">
          <ac:chgData name="Tushar Sharma" userId="4535aa35-0bb8-4851-a86a-783a8287a91d" providerId="ADAL" clId="{0D1FB8DB-7607-4503-8C38-F09DA14926CD}" dt="2026-01-17T14:06:48.501" v="118" actId="1076"/>
          <ac:spMkLst>
            <pc:docMk/>
            <pc:sldMk cId="1940088483" sldId="338"/>
            <ac:spMk id="4" creationId="{A2A000DA-7E5B-2E01-A529-046D5F5F84E2}"/>
          </ac:spMkLst>
        </pc:spChg>
        <pc:spChg chg="mod">
          <ac:chgData name="Tushar Sharma" userId="4535aa35-0bb8-4851-a86a-783a8287a91d" providerId="ADAL" clId="{0D1FB8DB-7607-4503-8C38-F09DA14926CD}" dt="2026-01-17T14:05:16.697" v="97" actId="164"/>
          <ac:spMkLst>
            <pc:docMk/>
            <pc:sldMk cId="1940088483" sldId="338"/>
            <ac:spMk id="15" creationId="{05633C7C-DF23-9706-3FDF-EF2FDB63821A}"/>
          </ac:spMkLst>
        </pc:spChg>
        <pc:spChg chg="mod">
          <ac:chgData name="Tushar Sharma" userId="4535aa35-0bb8-4851-a86a-783a8287a91d" providerId="ADAL" clId="{0D1FB8DB-7607-4503-8C38-F09DA14926CD}" dt="2026-01-17T14:05:16.697" v="97" actId="164"/>
          <ac:spMkLst>
            <pc:docMk/>
            <pc:sldMk cId="1940088483" sldId="338"/>
            <ac:spMk id="16" creationId="{55272143-B12C-4E62-0948-B1F84CB7A39A}"/>
          </ac:spMkLst>
        </pc:spChg>
        <pc:spChg chg="mod">
          <ac:chgData name="Tushar Sharma" userId="4535aa35-0bb8-4851-a86a-783a8287a91d" providerId="ADAL" clId="{0D1FB8DB-7607-4503-8C38-F09DA14926CD}" dt="2026-01-17T14:06:26.750" v="116" actId="14100"/>
          <ac:spMkLst>
            <pc:docMk/>
            <pc:sldMk cId="1940088483" sldId="338"/>
            <ac:spMk id="18" creationId="{B65DA928-6E6C-042C-9171-57AD354D60CC}"/>
          </ac:spMkLst>
        </pc:spChg>
        <pc:spChg chg="mod">
          <ac:chgData name="Tushar Sharma" userId="4535aa35-0bb8-4851-a86a-783a8287a91d" providerId="ADAL" clId="{0D1FB8DB-7607-4503-8C38-F09DA14926CD}" dt="2026-01-17T14:06:12.774" v="111" actId="14100"/>
          <ac:spMkLst>
            <pc:docMk/>
            <pc:sldMk cId="1940088483" sldId="338"/>
            <ac:spMk id="19" creationId="{8EC0D9C0-0705-1565-B1C3-A29A64994C89}"/>
          </ac:spMkLst>
        </pc:spChg>
        <pc:spChg chg="mod">
          <ac:chgData name="Tushar Sharma" userId="4535aa35-0bb8-4851-a86a-783a8287a91d" providerId="ADAL" clId="{0D1FB8DB-7607-4503-8C38-F09DA14926CD}" dt="2026-01-17T14:06:19.023" v="114" actId="20577"/>
          <ac:spMkLst>
            <pc:docMk/>
            <pc:sldMk cId="1940088483" sldId="338"/>
            <ac:spMk id="20" creationId="{AE942F82-EDFB-EDD8-7C4C-27D177321C35}"/>
          </ac:spMkLst>
        </pc:spChg>
        <pc:spChg chg="mod">
          <ac:chgData name="Tushar Sharma" userId="4535aa35-0bb8-4851-a86a-783a8287a91d" providerId="ADAL" clId="{0D1FB8DB-7607-4503-8C38-F09DA14926CD}" dt="2026-01-17T14:05:28.592" v="101" actId="6549"/>
          <ac:spMkLst>
            <pc:docMk/>
            <pc:sldMk cId="1940088483" sldId="338"/>
            <ac:spMk id="22" creationId="{3646B97C-9320-7F8A-34BA-FA2DB30D33AC}"/>
          </ac:spMkLst>
        </pc:spChg>
        <pc:grpChg chg="add mod">
          <ac:chgData name="Tushar Sharma" userId="4535aa35-0bb8-4851-a86a-783a8287a91d" providerId="ADAL" clId="{0D1FB8DB-7607-4503-8C38-F09DA14926CD}" dt="2026-01-17T14:05:23.542" v="99" actId="1076"/>
          <ac:grpSpMkLst>
            <pc:docMk/>
            <pc:sldMk cId="1940088483" sldId="338"/>
            <ac:grpSpMk id="3" creationId="{0E3E203E-A837-01ED-F578-E91C59C608E7}"/>
          </ac:grpSpMkLst>
        </pc:grpChg>
      </pc:sldChg>
      <pc:sldChg chg="modSp mod">
        <pc:chgData name="Tushar Sharma" userId="4535aa35-0bb8-4851-a86a-783a8287a91d" providerId="ADAL" clId="{0D1FB8DB-7607-4503-8C38-F09DA14926CD}" dt="2026-01-17T14:03:51.441" v="80" actId="1035"/>
        <pc:sldMkLst>
          <pc:docMk/>
          <pc:sldMk cId="1755905303" sldId="339"/>
        </pc:sldMkLst>
        <pc:spChg chg="mod">
          <ac:chgData name="Tushar Sharma" userId="4535aa35-0bb8-4851-a86a-783a8287a91d" providerId="ADAL" clId="{0D1FB8DB-7607-4503-8C38-F09DA14926CD}" dt="2026-01-17T14:03:51.441" v="80" actId="1035"/>
          <ac:spMkLst>
            <pc:docMk/>
            <pc:sldMk cId="1755905303" sldId="339"/>
            <ac:spMk id="14" creationId="{CF4C1CA5-7C0C-A67A-6D47-69BCF4E23721}"/>
          </ac:spMkLst>
        </pc:spChg>
        <pc:spChg chg="mod">
          <ac:chgData name="Tushar Sharma" userId="4535aa35-0bb8-4851-a86a-783a8287a91d" providerId="ADAL" clId="{0D1FB8DB-7607-4503-8C38-F09DA14926CD}" dt="2026-01-17T14:03:51.441" v="80" actId="1035"/>
          <ac:spMkLst>
            <pc:docMk/>
            <pc:sldMk cId="1755905303" sldId="339"/>
            <ac:spMk id="16" creationId="{AD5EC24B-17D5-4D20-82E2-E2BCC3BA343C}"/>
          </ac:spMkLst>
        </pc:spChg>
        <pc:picChg chg="mod">
          <ac:chgData name="Tushar Sharma" userId="4535aa35-0bb8-4851-a86a-783a8287a91d" providerId="ADAL" clId="{0D1FB8DB-7607-4503-8C38-F09DA14926CD}" dt="2026-01-17T14:03:51.441" v="80" actId="1035"/>
          <ac:picMkLst>
            <pc:docMk/>
            <pc:sldMk cId="1755905303" sldId="339"/>
            <ac:picMk id="10" creationId="{6ED3AAFE-EB65-12AD-27F2-B27F212BCEA2}"/>
          </ac:picMkLst>
        </pc:picChg>
        <pc:picChg chg="mod">
          <ac:chgData name="Tushar Sharma" userId="4535aa35-0bb8-4851-a86a-783a8287a91d" providerId="ADAL" clId="{0D1FB8DB-7607-4503-8C38-F09DA14926CD}" dt="2026-01-17T14:03:51.441" v="80" actId="1035"/>
          <ac:picMkLst>
            <pc:docMk/>
            <pc:sldMk cId="1755905303" sldId="339"/>
            <ac:picMk id="11" creationId="{C081B97B-8EAF-9B3C-D7F1-5EAC7A1DD3D1}"/>
          </ac:picMkLst>
        </pc:picChg>
        <pc:picChg chg="mod">
          <ac:chgData name="Tushar Sharma" userId="4535aa35-0bb8-4851-a86a-783a8287a91d" providerId="ADAL" clId="{0D1FB8DB-7607-4503-8C38-F09DA14926CD}" dt="2026-01-17T14:03:51.441" v="80" actId="1035"/>
          <ac:picMkLst>
            <pc:docMk/>
            <pc:sldMk cId="1755905303" sldId="339"/>
            <ac:picMk id="12" creationId="{B742B12A-EE5E-7B8B-4928-FC6E4787BDC8}"/>
          </ac:picMkLst>
        </pc:picChg>
        <pc:picChg chg="mod">
          <ac:chgData name="Tushar Sharma" userId="4535aa35-0bb8-4851-a86a-783a8287a91d" providerId="ADAL" clId="{0D1FB8DB-7607-4503-8C38-F09DA14926CD}" dt="2026-01-17T14:03:51.441" v="80" actId="1035"/>
          <ac:picMkLst>
            <pc:docMk/>
            <pc:sldMk cId="1755905303" sldId="339"/>
            <ac:picMk id="13" creationId="{E5D4EA81-B6FC-5501-2577-395028101A07}"/>
          </ac:picMkLst>
        </pc:picChg>
      </pc:sldChg>
      <pc:sldChg chg="addSp modSp mod">
        <pc:chgData name="Tushar Sharma" userId="4535aa35-0bb8-4851-a86a-783a8287a91d" providerId="ADAL" clId="{0D1FB8DB-7607-4503-8C38-F09DA14926CD}" dt="2026-01-17T14:23:06.195" v="249" actId="1076"/>
        <pc:sldMkLst>
          <pc:docMk/>
          <pc:sldMk cId="2906732040" sldId="342"/>
        </pc:sldMkLst>
        <pc:spChg chg="add mod">
          <ac:chgData name="Tushar Sharma" userId="4535aa35-0bb8-4851-a86a-783a8287a91d" providerId="ADAL" clId="{0D1FB8DB-7607-4503-8C38-F09DA14926CD}" dt="2026-01-17T14:23:06.195" v="249" actId="1076"/>
          <ac:spMkLst>
            <pc:docMk/>
            <pc:sldMk cId="2906732040" sldId="342"/>
            <ac:spMk id="2" creationId="{6EBB5B98-FF88-E4D4-AFEE-D45D2EC54C46}"/>
          </ac:spMkLst>
        </pc:spChg>
        <pc:picChg chg="mod modCrop">
          <ac:chgData name="Tushar Sharma" userId="4535aa35-0bb8-4851-a86a-783a8287a91d" providerId="ADAL" clId="{0D1FB8DB-7607-4503-8C38-F09DA14926CD}" dt="2026-01-17T14:23:06.195" v="249" actId="1076"/>
          <ac:picMkLst>
            <pc:docMk/>
            <pc:sldMk cId="2906732040" sldId="342"/>
            <ac:picMk id="9" creationId="{99FC4091-B519-53E4-6FBF-3418F7377542}"/>
          </ac:picMkLst>
        </pc:picChg>
      </pc:sldChg>
      <pc:sldChg chg="modSp mod">
        <pc:chgData name="Tushar Sharma" userId="4535aa35-0bb8-4851-a86a-783a8287a91d" providerId="ADAL" clId="{0D1FB8DB-7607-4503-8C38-F09DA14926CD}" dt="2026-01-17T14:07:02.262" v="119" actId="113"/>
        <pc:sldMkLst>
          <pc:docMk/>
          <pc:sldMk cId="1618164571" sldId="343"/>
        </pc:sldMkLst>
        <pc:spChg chg="mod">
          <ac:chgData name="Tushar Sharma" userId="4535aa35-0bb8-4851-a86a-783a8287a91d" providerId="ADAL" clId="{0D1FB8DB-7607-4503-8C38-F09DA14926CD}" dt="2026-01-17T14:07:02.262" v="119" actId="113"/>
          <ac:spMkLst>
            <pc:docMk/>
            <pc:sldMk cId="1618164571" sldId="343"/>
            <ac:spMk id="21" creationId="{C5E0AB43-7870-9402-743D-EED05C9281FE}"/>
          </ac:spMkLst>
        </pc:spChg>
      </pc:sldChg>
      <pc:sldChg chg="addSp modSp mod">
        <pc:chgData name="Tushar Sharma" userId="4535aa35-0bb8-4851-a86a-783a8287a91d" providerId="ADAL" clId="{0D1FB8DB-7607-4503-8C38-F09DA14926CD}" dt="2026-01-17T14:07:07.174" v="121" actId="113"/>
        <pc:sldMkLst>
          <pc:docMk/>
          <pc:sldMk cId="454265760" sldId="344"/>
        </pc:sldMkLst>
        <pc:spChg chg="mod">
          <ac:chgData name="Tushar Sharma" userId="4535aa35-0bb8-4851-a86a-783a8287a91d" providerId="ADAL" clId="{0D1FB8DB-7607-4503-8C38-F09DA14926CD}" dt="2026-01-17T14:07:07.174" v="121" actId="113"/>
          <ac:spMkLst>
            <pc:docMk/>
            <pc:sldMk cId="454265760" sldId="344"/>
            <ac:spMk id="21" creationId="{58A21446-FE82-9305-C30A-D632C74A7E96}"/>
          </ac:spMkLst>
        </pc:spChg>
      </pc:sldChg>
      <pc:sldChg chg="addSp delSp modSp mod">
        <pc:chgData name="Tushar Sharma" userId="4535aa35-0bb8-4851-a86a-783a8287a91d" providerId="ADAL" clId="{0D1FB8DB-7607-4503-8C38-F09DA14926CD}" dt="2026-01-17T14:08:10.780" v="142" actId="478"/>
        <pc:sldMkLst>
          <pc:docMk/>
          <pc:sldMk cId="1186809135" sldId="345"/>
        </pc:sldMkLst>
        <pc:spChg chg="add mod">
          <ac:chgData name="Tushar Sharma" userId="4535aa35-0bb8-4851-a86a-783a8287a91d" providerId="ADAL" clId="{0D1FB8DB-7607-4503-8C38-F09DA14926CD}" dt="2026-01-17T14:07:42.146" v="137" actId="404"/>
          <ac:spMkLst>
            <pc:docMk/>
            <pc:sldMk cId="1186809135" sldId="345"/>
            <ac:spMk id="2" creationId="{F550989B-0A83-6A78-C7B7-9F953B2704B2}"/>
          </ac:spMkLst>
        </pc:spChg>
        <pc:spChg chg="add mod">
          <ac:chgData name="Tushar Sharma" userId="4535aa35-0bb8-4851-a86a-783a8287a91d" providerId="ADAL" clId="{0D1FB8DB-7607-4503-8C38-F09DA14926CD}" dt="2026-01-17T14:07:42.146" v="137" actId="404"/>
          <ac:spMkLst>
            <pc:docMk/>
            <pc:sldMk cId="1186809135" sldId="345"/>
            <ac:spMk id="7" creationId="{09E2E959-C7C5-DDB3-396B-96B265AFCFE9}"/>
          </ac:spMkLst>
        </pc:spChg>
        <pc:spChg chg="add mod">
          <ac:chgData name="Tushar Sharma" userId="4535aa35-0bb8-4851-a86a-783a8287a91d" providerId="ADAL" clId="{0D1FB8DB-7607-4503-8C38-F09DA14926CD}" dt="2026-01-17T14:07:42.146" v="137" actId="404"/>
          <ac:spMkLst>
            <pc:docMk/>
            <pc:sldMk cId="1186809135" sldId="345"/>
            <ac:spMk id="8" creationId="{FE945C28-369F-3470-03E6-185CC77A6369}"/>
          </ac:spMkLst>
        </pc:spChg>
        <pc:spChg chg="add mod">
          <ac:chgData name="Tushar Sharma" userId="4535aa35-0bb8-4851-a86a-783a8287a91d" providerId="ADAL" clId="{0D1FB8DB-7607-4503-8C38-F09DA14926CD}" dt="2026-01-17T14:07:42.146" v="137" actId="404"/>
          <ac:spMkLst>
            <pc:docMk/>
            <pc:sldMk cId="1186809135" sldId="345"/>
            <ac:spMk id="11" creationId="{7C7CDB4B-F68D-075E-6176-88DE08C01078}"/>
          </ac:spMkLst>
        </pc:spChg>
        <pc:spChg chg="mod">
          <ac:chgData name="Tushar Sharma" userId="4535aa35-0bb8-4851-a86a-783a8287a91d" providerId="ADAL" clId="{0D1FB8DB-7607-4503-8C38-F09DA14926CD}" dt="2026-01-17T14:07:14.355" v="122" actId="113"/>
          <ac:spMkLst>
            <pc:docMk/>
            <pc:sldMk cId="1186809135" sldId="345"/>
            <ac:spMk id="21" creationId="{1A354EE5-EE20-9C49-A8DA-567C7FFE0C88}"/>
          </ac:spMkLst>
        </pc:spChg>
        <pc:grpChg chg="add del mod">
          <ac:chgData name="Tushar Sharma" userId="4535aa35-0bb8-4851-a86a-783a8287a91d" providerId="ADAL" clId="{0D1FB8DB-7607-4503-8C38-F09DA14926CD}" dt="2026-01-17T14:08:09.119" v="141" actId="478"/>
          <ac:grpSpMkLst>
            <pc:docMk/>
            <pc:sldMk cId="1186809135" sldId="345"/>
            <ac:grpSpMk id="17" creationId="{EC780E23-61FA-DCFF-CF74-D9AF7859CB36}"/>
          </ac:grpSpMkLst>
        </pc:grpChg>
        <pc:cxnChg chg="add mod">
          <ac:chgData name="Tushar Sharma" userId="4535aa35-0bb8-4851-a86a-783a8287a91d" providerId="ADAL" clId="{0D1FB8DB-7607-4503-8C38-F09DA14926CD}" dt="2026-01-17T14:08:09.119" v="141" actId="478"/>
          <ac:cxnSpMkLst>
            <pc:docMk/>
            <pc:sldMk cId="1186809135" sldId="345"/>
            <ac:cxnSpMk id="12" creationId="{9F46DE05-076E-0D3B-674B-71F59BEC3EDF}"/>
          </ac:cxnSpMkLst>
        </pc:cxnChg>
        <pc:cxnChg chg="add mod">
          <ac:chgData name="Tushar Sharma" userId="4535aa35-0bb8-4851-a86a-783a8287a91d" providerId="ADAL" clId="{0D1FB8DB-7607-4503-8C38-F09DA14926CD}" dt="2026-01-17T14:08:09.119" v="141" actId="478"/>
          <ac:cxnSpMkLst>
            <pc:docMk/>
            <pc:sldMk cId="1186809135" sldId="345"/>
            <ac:cxnSpMk id="13" creationId="{B0AB53E1-DDAA-4FDD-02B9-3D47D33F346D}"/>
          </ac:cxnSpMkLst>
        </pc:cxnChg>
        <pc:cxnChg chg="add mod">
          <ac:chgData name="Tushar Sharma" userId="4535aa35-0bb8-4851-a86a-783a8287a91d" providerId="ADAL" clId="{0D1FB8DB-7607-4503-8C38-F09DA14926CD}" dt="2026-01-17T14:08:09.119" v="141" actId="478"/>
          <ac:cxnSpMkLst>
            <pc:docMk/>
            <pc:sldMk cId="1186809135" sldId="345"/>
            <ac:cxnSpMk id="15" creationId="{61B32645-9DB1-58C1-FA32-344456D8EA04}"/>
          </ac:cxnSpMkLst>
        </pc:cxnChg>
      </pc:sldChg>
      <pc:sldChg chg="modSp mod">
        <pc:chgData name="Tushar Sharma" userId="4535aa35-0bb8-4851-a86a-783a8287a91d" providerId="ADAL" clId="{0D1FB8DB-7607-4503-8C38-F09DA14926CD}" dt="2026-01-17T14:08:51.394" v="146" actId="732"/>
        <pc:sldMkLst>
          <pc:docMk/>
          <pc:sldMk cId="58020289" sldId="346"/>
        </pc:sldMkLst>
        <pc:picChg chg="mod modCrop">
          <ac:chgData name="Tushar Sharma" userId="4535aa35-0bb8-4851-a86a-783a8287a91d" providerId="ADAL" clId="{0D1FB8DB-7607-4503-8C38-F09DA14926CD}" dt="2026-01-17T14:08:51.394" v="146" actId="732"/>
          <ac:picMkLst>
            <pc:docMk/>
            <pc:sldMk cId="58020289" sldId="346"/>
            <ac:picMk id="5" creationId="{7941A076-93B8-EB7E-96E0-13F4519EC3C9}"/>
          </ac:picMkLst>
        </pc:picChg>
      </pc:sldChg>
      <pc:sldChg chg="addSp delSp modSp mod">
        <pc:chgData name="Tushar Sharma" userId="4535aa35-0bb8-4851-a86a-783a8287a91d" providerId="ADAL" clId="{0D1FB8DB-7607-4503-8C38-F09DA14926CD}" dt="2026-01-17T14:01:40.037" v="42" actId="164"/>
        <pc:sldMkLst>
          <pc:docMk/>
          <pc:sldMk cId="3544968968" sldId="347"/>
        </pc:sldMkLst>
        <pc:spChg chg="mod">
          <ac:chgData name="Tushar Sharma" userId="4535aa35-0bb8-4851-a86a-783a8287a91d" providerId="ADAL" clId="{0D1FB8DB-7607-4503-8C38-F09DA14926CD}" dt="2026-01-17T14:01:40.037" v="42" actId="164"/>
          <ac:spMkLst>
            <pc:docMk/>
            <pc:sldMk cId="3544968968" sldId="347"/>
            <ac:spMk id="6" creationId="{EAD91F5F-2C1C-34E5-1DC5-D179B563147A}"/>
          </ac:spMkLst>
        </pc:spChg>
        <pc:spChg chg="mod">
          <ac:chgData name="Tushar Sharma" userId="4535aa35-0bb8-4851-a86a-783a8287a91d" providerId="ADAL" clId="{0D1FB8DB-7607-4503-8C38-F09DA14926CD}" dt="2026-01-17T14:01:17.684" v="40"/>
          <ac:spMkLst>
            <pc:docMk/>
            <pc:sldMk cId="3544968968" sldId="347"/>
            <ac:spMk id="10" creationId="{0B3303DA-7E05-A114-6705-327AF2B8F2D0}"/>
          </ac:spMkLst>
        </pc:spChg>
        <pc:spChg chg="mod">
          <ac:chgData name="Tushar Sharma" userId="4535aa35-0bb8-4851-a86a-783a8287a91d" providerId="ADAL" clId="{0D1FB8DB-7607-4503-8C38-F09DA14926CD}" dt="2026-01-17T14:01:17.684" v="40"/>
          <ac:spMkLst>
            <pc:docMk/>
            <pc:sldMk cId="3544968968" sldId="347"/>
            <ac:spMk id="11" creationId="{AF56DE9B-B958-9C44-6F2E-3DAFB9A743A3}"/>
          </ac:spMkLst>
        </pc:spChg>
        <pc:spChg chg="mod">
          <ac:chgData name="Tushar Sharma" userId="4535aa35-0bb8-4851-a86a-783a8287a91d" providerId="ADAL" clId="{0D1FB8DB-7607-4503-8C38-F09DA14926CD}" dt="2026-01-17T14:01:17.684" v="40"/>
          <ac:spMkLst>
            <pc:docMk/>
            <pc:sldMk cId="3544968968" sldId="347"/>
            <ac:spMk id="12" creationId="{BBD64A8F-96E6-AC44-763A-2D8B104E738D}"/>
          </ac:spMkLst>
        </pc:spChg>
        <pc:spChg chg="mod">
          <ac:chgData name="Tushar Sharma" userId="4535aa35-0bb8-4851-a86a-783a8287a91d" providerId="ADAL" clId="{0D1FB8DB-7607-4503-8C38-F09DA14926CD}" dt="2026-01-17T14:01:17.684" v="40"/>
          <ac:spMkLst>
            <pc:docMk/>
            <pc:sldMk cId="3544968968" sldId="347"/>
            <ac:spMk id="13" creationId="{A88650DB-5FC3-B79D-85C6-AB51DF0BA311}"/>
          </ac:spMkLst>
        </pc:spChg>
        <pc:spChg chg="mod">
          <ac:chgData name="Tushar Sharma" userId="4535aa35-0bb8-4851-a86a-783a8287a91d" providerId="ADAL" clId="{0D1FB8DB-7607-4503-8C38-F09DA14926CD}" dt="2026-01-17T14:01:17.684" v="40"/>
          <ac:spMkLst>
            <pc:docMk/>
            <pc:sldMk cId="3544968968" sldId="347"/>
            <ac:spMk id="14" creationId="{37B9BEC8-79E5-2634-244C-A1785B0E0930}"/>
          </ac:spMkLst>
        </pc:spChg>
        <pc:spChg chg="mod">
          <ac:chgData name="Tushar Sharma" userId="4535aa35-0bb8-4851-a86a-783a8287a91d" providerId="ADAL" clId="{0D1FB8DB-7607-4503-8C38-F09DA14926CD}" dt="2026-01-17T14:01:17.684" v="40"/>
          <ac:spMkLst>
            <pc:docMk/>
            <pc:sldMk cId="3544968968" sldId="347"/>
            <ac:spMk id="22" creationId="{346B2414-3B27-784E-C924-A72755DDBABE}"/>
          </ac:spMkLst>
        </pc:spChg>
        <pc:grpChg chg="add mod">
          <ac:chgData name="Tushar Sharma" userId="4535aa35-0bb8-4851-a86a-783a8287a91d" providerId="ADAL" clId="{0D1FB8DB-7607-4503-8C38-F09DA14926CD}" dt="2026-01-17T14:01:40.037" v="42" actId="164"/>
          <ac:grpSpMkLst>
            <pc:docMk/>
            <pc:sldMk cId="3544968968" sldId="347"/>
            <ac:grpSpMk id="7" creationId="{A0AC1525-2315-9D49-D7AD-C23C210BA867}"/>
          </ac:grpSpMkLst>
        </pc:grpChg>
        <pc:grpChg chg="add mod">
          <ac:chgData name="Tushar Sharma" userId="4535aa35-0bb8-4851-a86a-783a8287a91d" providerId="ADAL" clId="{0D1FB8DB-7607-4503-8C38-F09DA14926CD}" dt="2026-01-17T14:01:40.037" v="42" actId="164"/>
          <ac:grpSpMkLst>
            <pc:docMk/>
            <pc:sldMk cId="3544968968" sldId="347"/>
            <ac:grpSpMk id="24" creationId="{0E6C1D2B-3C14-E6AC-B019-D7B3A24D242F}"/>
          </ac:grpSpMkLst>
        </pc:grpChg>
        <pc:cxnChg chg="mod">
          <ac:chgData name="Tushar Sharma" userId="4535aa35-0bb8-4851-a86a-783a8287a91d" providerId="ADAL" clId="{0D1FB8DB-7607-4503-8C38-F09DA14926CD}" dt="2026-01-17T14:01:17.684" v="40"/>
          <ac:cxnSpMkLst>
            <pc:docMk/>
            <pc:sldMk cId="3544968968" sldId="347"/>
            <ac:cxnSpMk id="16" creationId="{D45AF690-511F-F96C-CF89-E434AEF000F7}"/>
          </ac:cxnSpMkLst>
        </pc:cxnChg>
        <pc:cxnChg chg="mod">
          <ac:chgData name="Tushar Sharma" userId="4535aa35-0bb8-4851-a86a-783a8287a91d" providerId="ADAL" clId="{0D1FB8DB-7607-4503-8C38-F09DA14926CD}" dt="2026-01-17T14:01:17.684" v="40"/>
          <ac:cxnSpMkLst>
            <pc:docMk/>
            <pc:sldMk cId="3544968968" sldId="347"/>
            <ac:cxnSpMk id="20" creationId="{A8142080-B2C5-4F08-3C5A-917CAB5A45BA}"/>
          </ac:cxnSpMkLst>
        </pc:cxnChg>
        <pc:cxnChg chg="mod">
          <ac:chgData name="Tushar Sharma" userId="4535aa35-0bb8-4851-a86a-783a8287a91d" providerId="ADAL" clId="{0D1FB8DB-7607-4503-8C38-F09DA14926CD}" dt="2026-01-17T14:01:17.684" v="40"/>
          <ac:cxnSpMkLst>
            <pc:docMk/>
            <pc:sldMk cId="3544968968" sldId="347"/>
            <ac:cxnSpMk id="21" creationId="{A95CEFF8-15A9-4D54-820E-A1CD9958F0F7}"/>
          </ac:cxnSpMkLst>
        </pc:cxnChg>
      </pc:sldChg>
      <pc:sldChg chg="addSp delSp modSp mod">
        <pc:chgData name="Tushar Sharma" userId="4535aa35-0bb8-4851-a86a-783a8287a91d" providerId="ADAL" clId="{0D1FB8DB-7607-4503-8C38-F09DA14926CD}" dt="2026-01-17T14:01:54.754" v="46" actId="1076"/>
        <pc:sldMkLst>
          <pc:docMk/>
          <pc:sldMk cId="2882936955" sldId="348"/>
        </pc:sldMkLst>
        <pc:spChg chg="mod">
          <ac:chgData name="Tushar Sharma" userId="4535aa35-0bb8-4851-a86a-783a8287a91d" providerId="ADAL" clId="{0D1FB8DB-7607-4503-8C38-F09DA14926CD}" dt="2026-01-17T14:01:54.754" v="46" actId="1076"/>
          <ac:spMkLst>
            <pc:docMk/>
            <pc:sldMk cId="2882936955" sldId="348"/>
            <ac:spMk id="10" creationId="{6809D207-8B4A-7F53-9C34-45E892BE40C8}"/>
          </ac:spMkLst>
        </pc:spChg>
        <pc:spChg chg="mod">
          <ac:chgData name="Tushar Sharma" userId="4535aa35-0bb8-4851-a86a-783a8287a91d" providerId="ADAL" clId="{0D1FB8DB-7607-4503-8C38-F09DA14926CD}" dt="2026-01-17T14:01:46.065" v="44"/>
          <ac:spMkLst>
            <pc:docMk/>
            <pc:sldMk cId="2882936955" sldId="348"/>
            <ac:spMk id="12" creationId="{33495FC6-6922-3146-36F5-DD3E52B2F156}"/>
          </ac:spMkLst>
        </pc:spChg>
        <pc:spChg chg="mod">
          <ac:chgData name="Tushar Sharma" userId="4535aa35-0bb8-4851-a86a-783a8287a91d" providerId="ADAL" clId="{0D1FB8DB-7607-4503-8C38-F09DA14926CD}" dt="2026-01-17T14:01:46.065" v="44"/>
          <ac:spMkLst>
            <pc:docMk/>
            <pc:sldMk cId="2882936955" sldId="348"/>
            <ac:spMk id="13" creationId="{F370EF4E-CB62-E699-E60A-FA7127344B4C}"/>
          </ac:spMkLst>
        </pc:spChg>
        <pc:spChg chg="mod">
          <ac:chgData name="Tushar Sharma" userId="4535aa35-0bb8-4851-a86a-783a8287a91d" providerId="ADAL" clId="{0D1FB8DB-7607-4503-8C38-F09DA14926CD}" dt="2026-01-17T14:01:46.065" v="44"/>
          <ac:spMkLst>
            <pc:docMk/>
            <pc:sldMk cId="2882936955" sldId="348"/>
            <ac:spMk id="14" creationId="{1B271D0C-3527-6AEA-84FC-CC3EB7ACDBD1}"/>
          </ac:spMkLst>
        </pc:spChg>
        <pc:spChg chg="mod">
          <ac:chgData name="Tushar Sharma" userId="4535aa35-0bb8-4851-a86a-783a8287a91d" providerId="ADAL" clId="{0D1FB8DB-7607-4503-8C38-F09DA14926CD}" dt="2026-01-17T14:01:46.065" v="44"/>
          <ac:spMkLst>
            <pc:docMk/>
            <pc:sldMk cId="2882936955" sldId="348"/>
            <ac:spMk id="16" creationId="{5C9097CA-4906-8F47-3417-71015116FFC5}"/>
          </ac:spMkLst>
        </pc:spChg>
        <pc:spChg chg="mod">
          <ac:chgData name="Tushar Sharma" userId="4535aa35-0bb8-4851-a86a-783a8287a91d" providerId="ADAL" clId="{0D1FB8DB-7607-4503-8C38-F09DA14926CD}" dt="2026-01-17T14:01:46.065" v="44"/>
          <ac:spMkLst>
            <pc:docMk/>
            <pc:sldMk cId="2882936955" sldId="348"/>
            <ac:spMk id="19" creationId="{7AD64070-3BE6-175A-CD5F-62099FC7C4A8}"/>
          </ac:spMkLst>
        </pc:spChg>
        <pc:spChg chg="mod">
          <ac:chgData name="Tushar Sharma" userId="4535aa35-0bb8-4851-a86a-783a8287a91d" providerId="ADAL" clId="{0D1FB8DB-7607-4503-8C38-F09DA14926CD}" dt="2026-01-17T14:01:46.065" v="44"/>
          <ac:spMkLst>
            <pc:docMk/>
            <pc:sldMk cId="2882936955" sldId="348"/>
            <ac:spMk id="25" creationId="{57EAF80E-C523-B497-9130-A26956593E55}"/>
          </ac:spMkLst>
        </pc:spChg>
        <pc:grpChg chg="add mod">
          <ac:chgData name="Tushar Sharma" userId="4535aa35-0bb8-4851-a86a-783a8287a91d" providerId="ADAL" clId="{0D1FB8DB-7607-4503-8C38-F09DA14926CD}" dt="2026-01-17T14:01:46.065" v="44"/>
          <ac:grpSpMkLst>
            <pc:docMk/>
            <pc:sldMk cId="2882936955" sldId="348"/>
            <ac:grpSpMk id="6" creationId="{EBAEEBAA-880E-7AB1-7D6A-C91700F4B28D}"/>
          </ac:grpSpMkLst>
        </pc:grpChg>
        <pc:grpChg chg="mod">
          <ac:chgData name="Tushar Sharma" userId="4535aa35-0bb8-4851-a86a-783a8287a91d" providerId="ADAL" clId="{0D1FB8DB-7607-4503-8C38-F09DA14926CD}" dt="2026-01-17T14:01:46.065" v="44"/>
          <ac:grpSpMkLst>
            <pc:docMk/>
            <pc:sldMk cId="2882936955" sldId="348"/>
            <ac:grpSpMk id="11" creationId="{FDA1FB6B-7AB7-1384-EBDA-CDBEB609EB6B}"/>
          </ac:grpSpMkLst>
        </pc:grpChg>
        <pc:cxnChg chg="mod">
          <ac:chgData name="Tushar Sharma" userId="4535aa35-0bb8-4851-a86a-783a8287a91d" providerId="ADAL" clId="{0D1FB8DB-7607-4503-8C38-F09DA14926CD}" dt="2026-01-17T14:01:46.065" v="44"/>
          <ac:cxnSpMkLst>
            <pc:docMk/>
            <pc:sldMk cId="2882936955" sldId="348"/>
            <ac:cxnSpMk id="20" creationId="{E2535FA6-E5AB-1F17-F3D9-7442F38C52F0}"/>
          </ac:cxnSpMkLst>
        </pc:cxnChg>
      </pc:sldChg>
      <pc:sldChg chg="addSp delSp modSp mod">
        <pc:chgData name="Tushar Sharma" userId="4535aa35-0bb8-4851-a86a-783a8287a91d" providerId="ADAL" clId="{0D1FB8DB-7607-4503-8C38-F09DA14926CD}" dt="2026-01-17T14:02:45.032" v="55" actId="1076"/>
        <pc:sldMkLst>
          <pc:docMk/>
          <pc:sldMk cId="3279845586" sldId="349"/>
        </pc:sldMkLst>
        <pc:spChg chg="mod">
          <ac:chgData name="Tushar Sharma" userId="4535aa35-0bb8-4851-a86a-783a8287a91d" providerId="ADAL" clId="{0D1FB8DB-7607-4503-8C38-F09DA14926CD}" dt="2026-01-17T14:02:45.032" v="55" actId="1076"/>
          <ac:spMkLst>
            <pc:docMk/>
            <pc:sldMk cId="3279845586" sldId="349"/>
            <ac:spMk id="10" creationId="{9FB349FC-D5AA-7019-931F-2B46F473C9C4}"/>
          </ac:spMkLst>
        </pc:spChg>
        <pc:spChg chg="mod">
          <ac:chgData name="Tushar Sharma" userId="4535aa35-0bb8-4851-a86a-783a8287a91d" providerId="ADAL" clId="{0D1FB8DB-7607-4503-8C38-F09DA14926CD}" dt="2026-01-17T14:02:37.509" v="52"/>
          <ac:spMkLst>
            <pc:docMk/>
            <pc:sldMk cId="3279845586" sldId="349"/>
            <ac:spMk id="12" creationId="{002C6A9C-7E82-AC80-933A-121C65988520}"/>
          </ac:spMkLst>
        </pc:spChg>
        <pc:spChg chg="mod">
          <ac:chgData name="Tushar Sharma" userId="4535aa35-0bb8-4851-a86a-783a8287a91d" providerId="ADAL" clId="{0D1FB8DB-7607-4503-8C38-F09DA14926CD}" dt="2026-01-17T14:02:37.509" v="52"/>
          <ac:spMkLst>
            <pc:docMk/>
            <pc:sldMk cId="3279845586" sldId="349"/>
            <ac:spMk id="13" creationId="{859370F5-ACA6-66FA-A835-87D564C0E88F}"/>
          </ac:spMkLst>
        </pc:spChg>
        <pc:spChg chg="mod">
          <ac:chgData name="Tushar Sharma" userId="4535aa35-0bb8-4851-a86a-783a8287a91d" providerId="ADAL" clId="{0D1FB8DB-7607-4503-8C38-F09DA14926CD}" dt="2026-01-17T14:02:37.509" v="52"/>
          <ac:spMkLst>
            <pc:docMk/>
            <pc:sldMk cId="3279845586" sldId="349"/>
            <ac:spMk id="14" creationId="{899731CB-311E-97B1-32AC-BBE33B07AA60}"/>
          </ac:spMkLst>
        </pc:spChg>
        <pc:spChg chg="mod">
          <ac:chgData name="Tushar Sharma" userId="4535aa35-0bb8-4851-a86a-783a8287a91d" providerId="ADAL" clId="{0D1FB8DB-7607-4503-8C38-F09DA14926CD}" dt="2026-01-17T14:02:37.509" v="52"/>
          <ac:spMkLst>
            <pc:docMk/>
            <pc:sldMk cId="3279845586" sldId="349"/>
            <ac:spMk id="16" creationId="{895D7DEB-9278-584A-5724-AE0C6A936FC1}"/>
          </ac:spMkLst>
        </pc:spChg>
        <pc:spChg chg="mod">
          <ac:chgData name="Tushar Sharma" userId="4535aa35-0bb8-4851-a86a-783a8287a91d" providerId="ADAL" clId="{0D1FB8DB-7607-4503-8C38-F09DA14926CD}" dt="2026-01-17T14:02:37.509" v="52"/>
          <ac:spMkLst>
            <pc:docMk/>
            <pc:sldMk cId="3279845586" sldId="349"/>
            <ac:spMk id="19" creationId="{B15A601E-2327-3B25-C1C7-88336A14C1ED}"/>
          </ac:spMkLst>
        </pc:spChg>
        <pc:spChg chg="mod">
          <ac:chgData name="Tushar Sharma" userId="4535aa35-0bb8-4851-a86a-783a8287a91d" providerId="ADAL" clId="{0D1FB8DB-7607-4503-8C38-F09DA14926CD}" dt="2026-01-17T14:02:37.509" v="52"/>
          <ac:spMkLst>
            <pc:docMk/>
            <pc:sldMk cId="3279845586" sldId="349"/>
            <ac:spMk id="25" creationId="{BAED38FB-CC13-4705-8D70-641D6137D7F0}"/>
          </ac:spMkLst>
        </pc:spChg>
        <pc:grpChg chg="add mod">
          <ac:chgData name="Tushar Sharma" userId="4535aa35-0bb8-4851-a86a-783a8287a91d" providerId="ADAL" clId="{0D1FB8DB-7607-4503-8C38-F09DA14926CD}" dt="2026-01-17T14:02:39.887" v="54" actId="1076"/>
          <ac:grpSpMkLst>
            <pc:docMk/>
            <pc:sldMk cId="3279845586" sldId="349"/>
            <ac:grpSpMk id="7" creationId="{2F39894B-9D85-0BF0-79B4-7F2FDDEB51F7}"/>
          </ac:grpSpMkLst>
        </pc:grpChg>
        <pc:grpChg chg="mod">
          <ac:chgData name="Tushar Sharma" userId="4535aa35-0bb8-4851-a86a-783a8287a91d" providerId="ADAL" clId="{0D1FB8DB-7607-4503-8C38-F09DA14926CD}" dt="2026-01-17T14:02:37.509" v="52"/>
          <ac:grpSpMkLst>
            <pc:docMk/>
            <pc:sldMk cId="3279845586" sldId="349"/>
            <ac:grpSpMk id="11" creationId="{FDB79EDE-96F1-37D8-FF43-8F26C3C31E4A}"/>
          </ac:grpSpMkLst>
        </pc:grpChg>
        <pc:cxnChg chg="mod">
          <ac:chgData name="Tushar Sharma" userId="4535aa35-0bb8-4851-a86a-783a8287a91d" providerId="ADAL" clId="{0D1FB8DB-7607-4503-8C38-F09DA14926CD}" dt="2026-01-17T14:02:37.509" v="52"/>
          <ac:cxnSpMkLst>
            <pc:docMk/>
            <pc:sldMk cId="3279845586" sldId="349"/>
            <ac:cxnSpMk id="20" creationId="{0656ECC6-B984-97C6-3E63-24DD93405071}"/>
          </ac:cxnSpMkLst>
        </pc:cxnChg>
      </pc:sldChg>
      <pc:sldChg chg="addSp delSp modSp mod">
        <pc:chgData name="Tushar Sharma" userId="4535aa35-0bb8-4851-a86a-783a8287a91d" providerId="ADAL" clId="{0D1FB8DB-7607-4503-8C38-F09DA14926CD}" dt="2026-01-17T14:03:21.092" v="62" actId="1076"/>
        <pc:sldMkLst>
          <pc:docMk/>
          <pc:sldMk cId="1274107890" sldId="350"/>
        </pc:sldMkLst>
        <pc:spChg chg="mod">
          <ac:chgData name="Tushar Sharma" userId="4535aa35-0bb8-4851-a86a-783a8287a91d" providerId="ADAL" clId="{0D1FB8DB-7607-4503-8C38-F09DA14926CD}" dt="2026-01-17T14:03:21.092" v="62" actId="1076"/>
          <ac:spMkLst>
            <pc:docMk/>
            <pc:sldMk cId="1274107890" sldId="350"/>
            <ac:spMk id="10" creationId="{D1F5B12F-6A6F-F1C8-C3D4-3A397B0D8A2C}"/>
          </ac:spMkLst>
        </pc:spChg>
        <pc:spChg chg="mod">
          <ac:chgData name="Tushar Sharma" userId="4535aa35-0bb8-4851-a86a-783a8287a91d" providerId="ADAL" clId="{0D1FB8DB-7607-4503-8C38-F09DA14926CD}" dt="2026-01-17T14:03:16.799" v="61"/>
          <ac:spMkLst>
            <pc:docMk/>
            <pc:sldMk cId="1274107890" sldId="350"/>
            <ac:spMk id="12" creationId="{CC10CEAE-1610-BC32-AC49-0D2CCB07E079}"/>
          </ac:spMkLst>
        </pc:spChg>
        <pc:spChg chg="mod">
          <ac:chgData name="Tushar Sharma" userId="4535aa35-0bb8-4851-a86a-783a8287a91d" providerId="ADAL" clId="{0D1FB8DB-7607-4503-8C38-F09DA14926CD}" dt="2026-01-17T14:03:16.799" v="61"/>
          <ac:spMkLst>
            <pc:docMk/>
            <pc:sldMk cId="1274107890" sldId="350"/>
            <ac:spMk id="13" creationId="{0C6C750F-96C5-3D1B-2DB6-71A5200F25D2}"/>
          </ac:spMkLst>
        </pc:spChg>
        <pc:spChg chg="mod">
          <ac:chgData name="Tushar Sharma" userId="4535aa35-0bb8-4851-a86a-783a8287a91d" providerId="ADAL" clId="{0D1FB8DB-7607-4503-8C38-F09DA14926CD}" dt="2026-01-17T14:03:16.799" v="61"/>
          <ac:spMkLst>
            <pc:docMk/>
            <pc:sldMk cId="1274107890" sldId="350"/>
            <ac:spMk id="14" creationId="{74B737FD-023F-B4D8-3C57-F8F7D14A69E1}"/>
          </ac:spMkLst>
        </pc:spChg>
        <pc:spChg chg="mod">
          <ac:chgData name="Tushar Sharma" userId="4535aa35-0bb8-4851-a86a-783a8287a91d" providerId="ADAL" clId="{0D1FB8DB-7607-4503-8C38-F09DA14926CD}" dt="2026-01-17T14:03:16.799" v="61"/>
          <ac:spMkLst>
            <pc:docMk/>
            <pc:sldMk cId="1274107890" sldId="350"/>
            <ac:spMk id="16" creationId="{2286AD15-4E49-C7AC-8E2D-BF79DE8C19CF}"/>
          </ac:spMkLst>
        </pc:spChg>
        <pc:spChg chg="mod">
          <ac:chgData name="Tushar Sharma" userId="4535aa35-0bb8-4851-a86a-783a8287a91d" providerId="ADAL" clId="{0D1FB8DB-7607-4503-8C38-F09DA14926CD}" dt="2026-01-17T14:03:16.799" v="61"/>
          <ac:spMkLst>
            <pc:docMk/>
            <pc:sldMk cId="1274107890" sldId="350"/>
            <ac:spMk id="19" creationId="{CFDAD7A0-7BDB-834D-25FB-CB07EC86FB38}"/>
          </ac:spMkLst>
        </pc:spChg>
        <pc:spChg chg="mod">
          <ac:chgData name="Tushar Sharma" userId="4535aa35-0bb8-4851-a86a-783a8287a91d" providerId="ADAL" clId="{0D1FB8DB-7607-4503-8C38-F09DA14926CD}" dt="2026-01-17T14:03:16.799" v="61"/>
          <ac:spMkLst>
            <pc:docMk/>
            <pc:sldMk cId="1274107890" sldId="350"/>
            <ac:spMk id="25" creationId="{8278B75F-D371-8B5B-1109-543C3934C099}"/>
          </ac:spMkLst>
        </pc:spChg>
        <pc:grpChg chg="add mod">
          <ac:chgData name="Tushar Sharma" userId="4535aa35-0bb8-4851-a86a-783a8287a91d" providerId="ADAL" clId="{0D1FB8DB-7607-4503-8C38-F09DA14926CD}" dt="2026-01-17T14:03:16.799" v="61"/>
          <ac:grpSpMkLst>
            <pc:docMk/>
            <pc:sldMk cId="1274107890" sldId="350"/>
            <ac:grpSpMk id="6" creationId="{B36EA8B3-83CA-7BA5-7AED-1ECF02A406DA}"/>
          </ac:grpSpMkLst>
        </pc:grpChg>
        <pc:grpChg chg="mod">
          <ac:chgData name="Tushar Sharma" userId="4535aa35-0bb8-4851-a86a-783a8287a91d" providerId="ADAL" clId="{0D1FB8DB-7607-4503-8C38-F09DA14926CD}" dt="2026-01-17T14:03:16.799" v="61"/>
          <ac:grpSpMkLst>
            <pc:docMk/>
            <pc:sldMk cId="1274107890" sldId="350"/>
            <ac:grpSpMk id="11" creationId="{F14AAE5D-4FFB-528B-02FA-6F36CED74C51}"/>
          </ac:grpSpMkLst>
        </pc:grpChg>
        <pc:cxnChg chg="mod">
          <ac:chgData name="Tushar Sharma" userId="4535aa35-0bb8-4851-a86a-783a8287a91d" providerId="ADAL" clId="{0D1FB8DB-7607-4503-8C38-F09DA14926CD}" dt="2026-01-17T14:03:16.799" v="61"/>
          <ac:cxnSpMkLst>
            <pc:docMk/>
            <pc:sldMk cId="1274107890" sldId="350"/>
            <ac:cxnSpMk id="20" creationId="{8816B206-725F-308D-B21B-2B1249D88197}"/>
          </ac:cxnSpMkLst>
        </pc:cxnChg>
      </pc:sldChg>
      <pc:sldChg chg="modSp mod">
        <pc:chgData name="Tushar Sharma" userId="4535aa35-0bb8-4851-a86a-783a8287a91d" providerId="ADAL" clId="{0D1FB8DB-7607-4503-8C38-F09DA14926CD}" dt="2026-01-17T14:03:11.373" v="59" actId="1076"/>
        <pc:sldMkLst>
          <pc:docMk/>
          <pc:sldMk cId="1795391546" sldId="352"/>
        </pc:sldMkLst>
        <pc:spChg chg="mod">
          <ac:chgData name="Tushar Sharma" userId="4535aa35-0bb8-4851-a86a-783a8287a91d" providerId="ADAL" clId="{0D1FB8DB-7607-4503-8C38-F09DA14926CD}" dt="2026-01-17T14:02:58.983" v="56" actId="1076"/>
          <ac:spMkLst>
            <pc:docMk/>
            <pc:sldMk cId="1795391546" sldId="352"/>
            <ac:spMk id="3" creationId="{FA637F60-1460-4724-0FE2-D805F771C4FA}"/>
          </ac:spMkLst>
        </pc:spChg>
        <pc:spChg chg="mod">
          <ac:chgData name="Tushar Sharma" userId="4535aa35-0bb8-4851-a86a-783a8287a91d" providerId="ADAL" clId="{0D1FB8DB-7607-4503-8C38-F09DA14926CD}" dt="2026-01-17T14:02:58.983" v="56" actId="1076"/>
          <ac:spMkLst>
            <pc:docMk/>
            <pc:sldMk cId="1795391546" sldId="352"/>
            <ac:spMk id="4" creationId="{7B2621B9-69A7-59AF-EDFB-DF3E6852F7F4}"/>
          </ac:spMkLst>
        </pc:spChg>
        <pc:spChg chg="mod">
          <ac:chgData name="Tushar Sharma" userId="4535aa35-0bb8-4851-a86a-783a8287a91d" providerId="ADAL" clId="{0D1FB8DB-7607-4503-8C38-F09DA14926CD}" dt="2026-01-17T14:02:58.983" v="56" actId="1076"/>
          <ac:spMkLst>
            <pc:docMk/>
            <pc:sldMk cId="1795391546" sldId="352"/>
            <ac:spMk id="5" creationId="{E5CB7D70-4B26-2638-24DF-4169BD0C464B}"/>
          </ac:spMkLst>
        </pc:spChg>
        <pc:spChg chg="mod">
          <ac:chgData name="Tushar Sharma" userId="4535aa35-0bb8-4851-a86a-783a8287a91d" providerId="ADAL" clId="{0D1FB8DB-7607-4503-8C38-F09DA14926CD}" dt="2026-01-17T14:03:11.373" v="59" actId="1076"/>
          <ac:spMkLst>
            <pc:docMk/>
            <pc:sldMk cId="1795391546" sldId="352"/>
            <ac:spMk id="40" creationId="{D66A6933-5B7C-5354-D249-1B2C1D95C61F}"/>
          </ac:spMkLst>
        </pc:spChg>
        <pc:spChg chg="mod">
          <ac:chgData name="Tushar Sharma" userId="4535aa35-0bb8-4851-a86a-783a8287a91d" providerId="ADAL" clId="{0D1FB8DB-7607-4503-8C38-F09DA14926CD}" dt="2026-01-17T14:02:58.983" v="56" actId="1076"/>
          <ac:spMkLst>
            <pc:docMk/>
            <pc:sldMk cId="1795391546" sldId="352"/>
            <ac:spMk id="49" creationId="{6A408292-A2D8-5DD7-DA06-B3B71F6D37C9}"/>
          </ac:spMkLst>
        </pc:spChg>
        <pc:spChg chg="mod">
          <ac:chgData name="Tushar Sharma" userId="4535aa35-0bb8-4851-a86a-783a8287a91d" providerId="ADAL" clId="{0D1FB8DB-7607-4503-8C38-F09DA14926CD}" dt="2026-01-17T14:02:58.983" v="56" actId="1076"/>
          <ac:spMkLst>
            <pc:docMk/>
            <pc:sldMk cId="1795391546" sldId="352"/>
            <ac:spMk id="56" creationId="{8D77801C-F9D4-6327-5C90-FD940AAE8108}"/>
          </ac:spMkLst>
        </pc:spChg>
        <pc:spChg chg="mod">
          <ac:chgData name="Tushar Sharma" userId="4535aa35-0bb8-4851-a86a-783a8287a91d" providerId="ADAL" clId="{0D1FB8DB-7607-4503-8C38-F09DA14926CD}" dt="2026-01-17T14:02:58.983" v="56" actId="1076"/>
          <ac:spMkLst>
            <pc:docMk/>
            <pc:sldMk cId="1795391546" sldId="352"/>
            <ac:spMk id="61" creationId="{B4A31B38-F959-21BC-F624-8CBD2261737D}"/>
          </ac:spMkLst>
        </pc:spChg>
      </pc:sldChg>
    </pc:docChg>
  </pc:docChgLst>
  <pc:docChgLst>
    <pc:chgData name="Mansi Kunjam" userId="S::mansi.kunjam@upgrad.com::a81a3b44-78ee-415d-8e61-b6c92f5974c8" providerId="AD" clId="Web-{5C590935-A04C-E86F-5D6D-661E4A991054}"/>
    <pc:docChg chg="modSld">
      <pc:chgData name="Mansi Kunjam" userId="S::mansi.kunjam@upgrad.com::a81a3b44-78ee-415d-8e61-b6c92f5974c8" providerId="AD" clId="Web-{5C590935-A04C-E86F-5D6D-661E4A991054}" dt="2026-01-23T06:25:41.018" v="25"/>
      <pc:docMkLst>
        <pc:docMk/>
      </pc:docMkLst>
      <pc:sldChg chg="addSp delSp modSp">
        <pc:chgData name="Mansi Kunjam" userId="S::mansi.kunjam@upgrad.com::a81a3b44-78ee-415d-8e61-b6c92f5974c8" providerId="AD" clId="Web-{5C590935-A04C-E86F-5D6D-661E4A991054}" dt="2026-01-23T06:24:35.408" v="16"/>
        <pc:sldMkLst>
          <pc:docMk/>
          <pc:sldMk cId="1885921022" sldId="322"/>
        </pc:sldMkLst>
        <pc:spChg chg="add del mod">
          <ac:chgData name="Mansi Kunjam" userId="S::mansi.kunjam@upgrad.com::a81a3b44-78ee-415d-8e61-b6c92f5974c8" providerId="AD" clId="Web-{5C590935-A04C-E86F-5D6D-661E4A991054}" dt="2026-01-23T06:24:35.408" v="16"/>
          <ac:spMkLst>
            <pc:docMk/>
            <pc:sldMk cId="1885921022" sldId="322"/>
            <ac:spMk id="9" creationId="{6F1E6464-BB00-7DEC-AAF8-1C6162A77C20}"/>
          </ac:spMkLst>
        </pc:spChg>
      </pc:sldChg>
      <pc:sldChg chg="addSp modSp">
        <pc:chgData name="Mansi Kunjam" userId="S::mansi.kunjam@upgrad.com::a81a3b44-78ee-415d-8e61-b6c92f5974c8" providerId="AD" clId="Web-{5C590935-A04C-E86F-5D6D-661E4A991054}" dt="2026-01-23T06:25:41.018" v="25"/>
        <pc:sldMkLst>
          <pc:docMk/>
          <pc:sldMk cId="218469548" sldId="323"/>
        </pc:sldMkLst>
        <pc:picChg chg="add mod modCrop">
          <ac:chgData name="Mansi Kunjam" userId="S::mansi.kunjam@upgrad.com::a81a3b44-78ee-415d-8e61-b6c92f5974c8" providerId="AD" clId="Web-{5C590935-A04C-E86F-5D6D-661E4A991054}" dt="2026-01-23T06:25:41.018" v="25"/>
          <ac:picMkLst>
            <pc:docMk/>
            <pc:sldMk cId="218469548" sldId="323"/>
            <ac:picMk id="4" creationId="{CAA3CB14-D25E-522F-2E39-3BD812602978}"/>
          </ac:picMkLst>
        </pc:picChg>
      </pc:sldChg>
    </pc:docChg>
  </pc:docChgLst>
  <pc:docChgLst>
    <pc:chgData name="Mansi Kunjam" userId="a81a3b44-78ee-415d-8e61-b6c92f5974c8" providerId="ADAL" clId="{94EC9727-773F-4081-A467-B510B60F2121}"/>
    <pc:docChg chg="undo redo custSel addSld delSld modSld sldOrd">
      <pc:chgData name="Mansi Kunjam" userId="a81a3b44-78ee-415d-8e61-b6c92f5974c8" providerId="ADAL" clId="{94EC9727-773F-4081-A467-B510B60F2121}" dt="2026-01-23T08:54:31.277" v="2587" actId="1035"/>
      <pc:docMkLst>
        <pc:docMk/>
      </pc:docMkLst>
      <pc:sldChg chg="addSp delSp modSp mod">
        <pc:chgData name="Mansi Kunjam" userId="a81a3b44-78ee-415d-8e61-b6c92f5974c8" providerId="ADAL" clId="{94EC9727-773F-4081-A467-B510B60F2121}" dt="2026-01-17T12:20:26.858" v="47" actId="20577"/>
        <pc:sldMkLst>
          <pc:docMk/>
          <pc:sldMk cId="0" sldId="257"/>
        </pc:sldMkLst>
        <pc:spChg chg="mod">
          <ac:chgData name="Mansi Kunjam" userId="a81a3b44-78ee-415d-8e61-b6c92f5974c8" providerId="ADAL" clId="{94EC9727-773F-4081-A467-B510B60F2121}" dt="2026-01-17T12:20:26.858" v="47" actId="20577"/>
          <ac:spMkLst>
            <pc:docMk/>
            <pc:sldMk cId="0" sldId="257"/>
            <ac:spMk id="1946" creationId="{00000000-0000-0000-0000-000000000000}"/>
          </ac:spMkLst>
        </pc:spChg>
      </pc:sldChg>
      <pc:sldChg chg="delSp modSp mod">
        <pc:chgData name="Mansi Kunjam" userId="a81a3b44-78ee-415d-8e61-b6c92f5974c8" providerId="ADAL" clId="{94EC9727-773F-4081-A467-B510B60F2121}" dt="2026-01-17T12:20:29.629" v="48" actId="478"/>
        <pc:sldMkLst>
          <pc:docMk/>
          <pc:sldMk cId="1973384033" sldId="311"/>
        </pc:sldMkLst>
        <pc:spChg chg="mod">
          <ac:chgData name="Mansi Kunjam" userId="a81a3b44-78ee-415d-8e61-b6c92f5974c8" providerId="ADAL" clId="{94EC9727-773F-4081-A467-B510B60F2121}" dt="2026-01-17T12:20:20.962" v="37" actId="20577"/>
          <ac:spMkLst>
            <pc:docMk/>
            <pc:sldMk cId="1973384033" sldId="311"/>
            <ac:spMk id="1946" creationId="{7184D15D-C550-D6B1-FDD2-6774BD5E795F}"/>
          </ac:spMkLst>
        </pc:spChg>
      </pc:sldChg>
      <pc:sldChg chg="delSp mod">
        <pc:chgData name="Mansi Kunjam" userId="a81a3b44-78ee-415d-8e61-b6c92f5974c8" providerId="ADAL" clId="{94EC9727-773F-4081-A467-B510B60F2121}" dt="2026-01-17T12:21:59.877" v="50" actId="478"/>
        <pc:sldMkLst>
          <pc:docMk/>
          <pc:sldMk cId="2854655116" sldId="319"/>
        </pc:sldMkLst>
      </pc:sldChg>
      <pc:sldChg chg="delSp mod">
        <pc:chgData name="Mansi Kunjam" userId="a81a3b44-78ee-415d-8e61-b6c92f5974c8" providerId="ADAL" clId="{94EC9727-773F-4081-A467-B510B60F2121}" dt="2026-01-17T12:22:32.260" v="58" actId="478"/>
        <pc:sldMkLst>
          <pc:docMk/>
          <pc:sldMk cId="1290297968" sldId="320"/>
        </pc:sldMkLst>
      </pc:sldChg>
      <pc:sldChg chg="delSp mod">
        <pc:chgData name="Mansi Kunjam" userId="a81a3b44-78ee-415d-8e61-b6c92f5974c8" providerId="ADAL" clId="{94EC9727-773F-4081-A467-B510B60F2121}" dt="2026-01-17T12:23:13.922" v="71" actId="478"/>
        <pc:sldMkLst>
          <pc:docMk/>
          <pc:sldMk cId="3202943164" sldId="321"/>
        </pc:sldMkLst>
      </pc:sldChg>
      <pc:sldChg chg="delSp modSp mod">
        <pc:chgData name="Mansi Kunjam" userId="a81a3b44-78ee-415d-8e61-b6c92f5974c8" providerId="ADAL" clId="{94EC9727-773F-4081-A467-B510B60F2121}" dt="2026-01-17T13:20:04.880" v="1367" actId="20577"/>
        <pc:sldMkLst>
          <pc:docMk/>
          <pc:sldMk cId="1885921022" sldId="322"/>
        </pc:sldMkLst>
        <pc:spChg chg="mod">
          <ac:chgData name="Mansi Kunjam" userId="a81a3b44-78ee-415d-8e61-b6c92f5974c8" providerId="ADAL" clId="{94EC9727-773F-4081-A467-B510B60F2121}" dt="2026-01-17T13:20:04.880" v="1367" actId="20577"/>
          <ac:spMkLst>
            <pc:docMk/>
            <pc:sldMk cId="1885921022" sldId="322"/>
            <ac:spMk id="2" creationId="{85B9050F-5EC5-182F-EA0E-E3BB0435EF02}"/>
          </ac:spMkLst>
        </pc:spChg>
        <pc:spChg chg="mod">
          <ac:chgData name="Mansi Kunjam" userId="a81a3b44-78ee-415d-8e61-b6c92f5974c8" providerId="ADAL" clId="{94EC9727-773F-4081-A467-B510B60F2121}" dt="2026-01-17T12:27:36.921" v="127" actId="208"/>
          <ac:spMkLst>
            <pc:docMk/>
            <pc:sldMk cId="1885921022" sldId="322"/>
            <ac:spMk id="3" creationId="{EB1AF3B2-CFDB-70B2-2906-B92191DCFDB9}"/>
          </ac:spMkLst>
        </pc:spChg>
        <pc:spChg chg="mod">
          <ac:chgData name="Mansi Kunjam" userId="a81a3b44-78ee-415d-8e61-b6c92f5974c8" providerId="ADAL" clId="{94EC9727-773F-4081-A467-B510B60F2121}" dt="2026-01-17T12:27:09.510" v="121" actId="12"/>
          <ac:spMkLst>
            <pc:docMk/>
            <pc:sldMk cId="1885921022" sldId="322"/>
            <ac:spMk id="4" creationId="{118528C5-4F58-3D3E-1C74-92D87BBECEC4}"/>
          </ac:spMkLst>
        </pc:spChg>
        <pc:spChg chg="mod">
          <ac:chgData name="Mansi Kunjam" userId="a81a3b44-78ee-415d-8e61-b6c92f5974c8" providerId="ADAL" clId="{94EC9727-773F-4081-A467-B510B60F2121}" dt="2026-01-17T12:27:15.384" v="122" actId="12"/>
          <ac:spMkLst>
            <pc:docMk/>
            <pc:sldMk cId="1885921022" sldId="322"/>
            <ac:spMk id="5" creationId="{647E16CC-4306-F748-E129-A50B1CE0611D}"/>
          </ac:spMkLst>
        </pc:spChg>
        <pc:spChg chg="mod">
          <ac:chgData name="Mansi Kunjam" userId="a81a3b44-78ee-415d-8e61-b6c92f5974c8" providerId="ADAL" clId="{94EC9727-773F-4081-A467-B510B60F2121}" dt="2026-01-17T12:27:19.630" v="123" actId="12"/>
          <ac:spMkLst>
            <pc:docMk/>
            <pc:sldMk cId="1885921022" sldId="322"/>
            <ac:spMk id="6" creationId="{50C6839D-61C7-7B12-3D90-88A16E8C2E8F}"/>
          </ac:spMkLst>
        </pc:spChg>
        <pc:spChg chg="mod">
          <ac:chgData name="Mansi Kunjam" userId="a81a3b44-78ee-415d-8e61-b6c92f5974c8" providerId="ADAL" clId="{94EC9727-773F-4081-A467-B510B60F2121}" dt="2026-01-17T12:24:37.641" v="82" actId="1076"/>
          <ac:spMkLst>
            <pc:docMk/>
            <pc:sldMk cId="1885921022" sldId="322"/>
            <ac:spMk id="7" creationId="{C2A41CD4-65E2-D6D9-75F7-173914A2E816}"/>
          </ac:spMkLst>
        </pc:spChg>
        <pc:cxnChg chg="mod">
          <ac:chgData name="Mansi Kunjam" userId="a81a3b44-78ee-415d-8e61-b6c92f5974c8" providerId="ADAL" clId="{94EC9727-773F-4081-A467-B510B60F2121}" dt="2026-01-17T12:24:37.641" v="82" actId="1076"/>
          <ac:cxnSpMkLst>
            <pc:docMk/>
            <pc:sldMk cId="1885921022" sldId="322"/>
            <ac:cxnSpMk id="13" creationId="{B585FECE-A845-C4C4-D695-9FFCED54ABA6}"/>
          </ac:cxnSpMkLst>
        </pc:cxnChg>
        <pc:cxnChg chg="mod">
          <ac:chgData name="Mansi Kunjam" userId="a81a3b44-78ee-415d-8e61-b6c92f5974c8" providerId="ADAL" clId="{94EC9727-773F-4081-A467-B510B60F2121}" dt="2026-01-17T12:24:20.096" v="81" actId="1076"/>
          <ac:cxnSpMkLst>
            <pc:docMk/>
            <pc:sldMk cId="1885921022" sldId="322"/>
            <ac:cxnSpMk id="15" creationId="{DB1EB636-A66E-E53A-0170-4873D704F018}"/>
          </ac:cxnSpMkLst>
        </pc:cxnChg>
        <pc:cxnChg chg="mod">
          <ac:chgData name="Mansi Kunjam" userId="a81a3b44-78ee-415d-8e61-b6c92f5974c8" providerId="ADAL" clId="{94EC9727-773F-4081-A467-B510B60F2121}" dt="2026-01-17T12:24:20.096" v="81" actId="1076"/>
          <ac:cxnSpMkLst>
            <pc:docMk/>
            <pc:sldMk cId="1885921022" sldId="322"/>
            <ac:cxnSpMk id="17" creationId="{121C4A47-3A44-8BDD-08AE-7F72311EA38E}"/>
          </ac:cxnSpMkLst>
        </pc:cxnChg>
        <pc:cxnChg chg="mod">
          <ac:chgData name="Mansi Kunjam" userId="a81a3b44-78ee-415d-8e61-b6c92f5974c8" providerId="ADAL" clId="{94EC9727-773F-4081-A467-B510B60F2121}" dt="2026-01-17T12:24:20.096" v="81" actId="1076"/>
          <ac:cxnSpMkLst>
            <pc:docMk/>
            <pc:sldMk cId="1885921022" sldId="322"/>
            <ac:cxnSpMk id="19" creationId="{9A362AD7-44D5-6C71-AD87-51B3B7FF3D93}"/>
          </ac:cxnSpMkLst>
        </pc:cxnChg>
      </pc:sldChg>
      <pc:sldChg chg="addSp delSp modSp mod">
        <pc:chgData name="Mansi Kunjam" userId="a81a3b44-78ee-415d-8e61-b6c92f5974c8" providerId="ADAL" clId="{94EC9727-773F-4081-A467-B510B60F2121}" dt="2026-01-23T08:54:31.277" v="2587" actId="1035"/>
        <pc:sldMkLst>
          <pc:docMk/>
          <pc:sldMk cId="218469548" sldId="323"/>
        </pc:sldMkLst>
        <pc:spChg chg="add mod">
          <ac:chgData name="Mansi Kunjam" userId="a81a3b44-78ee-415d-8e61-b6c92f5974c8" providerId="ADAL" clId="{94EC9727-773F-4081-A467-B510B60F2121}" dt="2026-01-23T08:54:31.277" v="2587" actId="1035"/>
          <ac:spMkLst>
            <pc:docMk/>
            <pc:sldMk cId="218469548" sldId="323"/>
            <ac:spMk id="16" creationId="{874D7C53-76FD-3AEF-92D3-B5866EF4CA54}"/>
          </ac:spMkLst>
        </pc:spChg>
        <pc:graphicFrameChg chg="mod modGraphic">
          <ac:chgData name="Mansi Kunjam" userId="a81a3b44-78ee-415d-8e61-b6c92f5974c8" providerId="ADAL" clId="{94EC9727-773F-4081-A467-B510B60F2121}" dt="2026-01-17T12:28:36.458" v="135" actId="1076"/>
          <ac:graphicFrameMkLst>
            <pc:docMk/>
            <pc:sldMk cId="218469548" sldId="323"/>
            <ac:graphicFrameMk id="34" creationId="{AB052EAB-70D6-9E34-04D5-C91A94E6705A}"/>
          </ac:graphicFrameMkLst>
        </pc:graphicFrameChg>
        <pc:picChg chg="del mod">
          <ac:chgData name="Mansi Kunjam" userId="a81a3b44-78ee-415d-8e61-b6c92f5974c8" providerId="ADAL" clId="{94EC9727-773F-4081-A467-B510B60F2121}" dt="2026-01-23T06:27:18.554" v="2352" actId="478"/>
          <ac:picMkLst>
            <pc:docMk/>
            <pc:sldMk cId="218469548" sldId="323"/>
            <ac:picMk id="4" creationId="{CAA3CB14-D25E-522F-2E39-3BD812602978}"/>
          </ac:picMkLst>
        </pc:picChg>
        <pc:picChg chg="add mod">
          <ac:chgData name="Mansi Kunjam" userId="a81a3b44-78ee-415d-8e61-b6c92f5974c8" providerId="ADAL" clId="{94EC9727-773F-4081-A467-B510B60F2121}" dt="2026-01-23T06:29:34.206" v="2360" actId="1076"/>
          <ac:picMkLst>
            <pc:docMk/>
            <pc:sldMk cId="218469548" sldId="323"/>
            <ac:picMk id="15" creationId="{D0DFA392-FA7E-E311-22D3-59CDF17B96F4}"/>
          </ac:picMkLst>
        </pc:picChg>
      </pc:sldChg>
      <pc:sldChg chg="addSp delSp modSp mod">
        <pc:chgData name="Mansi Kunjam" userId="a81a3b44-78ee-415d-8e61-b6c92f5974c8" providerId="ADAL" clId="{94EC9727-773F-4081-A467-B510B60F2121}" dt="2026-01-17T12:30:55.545" v="183" actId="1076"/>
        <pc:sldMkLst>
          <pc:docMk/>
          <pc:sldMk cId="517108449" sldId="324"/>
        </pc:sldMkLst>
        <pc:spChg chg="add mod ord">
          <ac:chgData name="Mansi Kunjam" userId="a81a3b44-78ee-415d-8e61-b6c92f5974c8" providerId="ADAL" clId="{94EC9727-773F-4081-A467-B510B60F2121}" dt="2026-01-17T12:30:32.604" v="178" actId="1076"/>
          <ac:spMkLst>
            <pc:docMk/>
            <pc:sldMk cId="517108449" sldId="324"/>
            <ac:spMk id="3" creationId="{2F544786-73A8-02D5-5943-A273DD6FA80B}"/>
          </ac:spMkLst>
        </pc:spChg>
        <pc:spChg chg="mod">
          <ac:chgData name="Mansi Kunjam" userId="a81a3b44-78ee-415d-8e61-b6c92f5974c8" providerId="ADAL" clId="{94EC9727-773F-4081-A467-B510B60F2121}" dt="2026-01-17T12:30:55.545" v="183" actId="1076"/>
          <ac:spMkLst>
            <pc:docMk/>
            <pc:sldMk cId="517108449" sldId="324"/>
            <ac:spMk id="11" creationId="{34656B2A-3CB9-0A04-9028-72917949B2CB}"/>
          </ac:spMkLst>
        </pc:spChg>
      </pc:sldChg>
      <pc:sldChg chg="addSp delSp modSp mod">
        <pc:chgData name="Mansi Kunjam" userId="a81a3b44-78ee-415d-8e61-b6c92f5974c8" providerId="ADAL" clId="{94EC9727-773F-4081-A467-B510B60F2121}" dt="2026-01-17T12:41:29.514" v="449" actId="1035"/>
        <pc:sldMkLst>
          <pc:docMk/>
          <pc:sldMk cId="2554991860" sldId="325"/>
        </pc:sldMkLst>
        <pc:spChg chg="mod">
          <ac:chgData name="Mansi Kunjam" userId="a81a3b44-78ee-415d-8e61-b6c92f5974c8" providerId="ADAL" clId="{94EC9727-773F-4081-A467-B510B60F2121}" dt="2026-01-17T12:40:29.905" v="420" actId="1036"/>
          <ac:spMkLst>
            <pc:docMk/>
            <pc:sldMk cId="2554991860" sldId="325"/>
            <ac:spMk id="9" creationId="{C259D365-D04E-FE10-D475-D903FA7FD3F7}"/>
          </ac:spMkLst>
        </pc:spChg>
        <pc:spChg chg="add mod">
          <ac:chgData name="Mansi Kunjam" userId="a81a3b44-78ee-415d-8e61-b6c92f5974c8" providerId="ADAL" clId="{94EC9727-773F-4081-A467-B510B60F2121}" dt="2026-01-17T12:40:29.905" v="420" actId="1036"/>
          <ac:spMkLst>
            <pc:docMk/>
            <pc:sldMk cId="2554991860" sldId="325"/>
            <ac:spMk id="14" creationId="{594E1087-F12E-7795-F0B3-47A5D38BEA09}"/>
          </ac:spMkLst>
        </pc:spChg>
        <pc:spChg chg="add mod">
          <ac:chgData name="Mansi Kunjam" userId="a81a3b44-78ee-415d-8e61-b6c92f5974c8" providerId="ADAL" clId="{94EC9727-773F-4081-A467-B510B60F2121}" dt="2026-01-17T12:40:29.905" v="420" actId="1036"/>
          <ac:spMkLst>
            <pc:docMk/>
            <pc:sldMk cId="2554991860" sldId="325"/>
            <ac:spMk id="16" creationId="{36B70F15-2009-781C-D24D-BE8A9F26DEF6}"/>
          </ac:spMkLst>
        </pc:spChg>
        <pc:spChg chg="add mod">
          <ac:chgData name="Mansi Kunjam" userId="a81a3b44-78ee-415d-8e61-b6c92f5974c8" providerId="ADAL" clId="{94EC9727-773F-4081-A467-B510B60F2121}" dt="2026-01-17T12:40:29.905" v="420" actId="1036"/>
          <ac:spMkLst>
            <pc:docMk/>
            <pc:sldMk cId="2554991860" sldId="325"/>
            <ac:spMk id="18" creationId="{98E648E5-0D50-9EAE-BE04-7B3BE4793726}"/>
          </ac:spMkLst>
        </pc:spChg>
        <pc:spChg chg="mod">
          <ac:chgData name="Mansi Kunjam" userId="a81a3b44-78ee-415d-8e61-b6c92f5974c8" providerId="ADAL" clId="{94EC9727-773F-4081-A467-B510B60F2121}" dt="2026-01-17T12:40:29.905" v="420" actId="1036"/>
          <ac:spMkLst>
            <pc:docMk/>
            <pc:sldMk cId="2554991860" sldId="325"/>
            <ac:spMk id="23" creationId="{851F4C04-5BB4-75E7-37CE-AB30D62EA4C9}"/>
          </ac:spMkLst>
        </pc:spChg>
        <pc:spChg chg="mod">
          <ac:chgData name="Mansi Kunjam" userId="a81a3b44-78ee-415d-8e61-b6c92f5974c8" providerId="ADAL" clId="{94EC9727-773F-4081-A467-B510B60F2121}" dt="2026-01-17T12:40:37.682" v="444" actId="1037"/>
          <ac:spMkLst>
            <pc:docMk/>
            <pc:sldMk cId="2554991860" sldId="325"/>
            <ac:spMk id="24" creationId="{82772892-4E87-D98F-947C-FBE691DD9742}"/>
          </ac:spMkLst>
        </pc:spChg>
        <pc:spChg chg="mod">
          <ac:chgData name="Mansi Kunjam" userId="a81a3b44-78ee-415d-8e61-b6c92f5974c8" providerId="ADAL" clId="{94EC9727-773F-4081-A467-B510B60F2121}" dt="2026-01-17T12:41:29.514" v="449" actId="1035"/>
          <ac:spMkLst>
            <pc:docMk/>
            <pc:sldMk cId="2554991860" sldId="325"/>
            <ac:spMk id="25" creationId="{543A7C50-490C-FBDA-B729-F52B9091E8B5}"/>
          </ac:spMkLst>
        </pc:spChg>
        <pc:spChg chg="mod">
          <ac:chgData name="Mansi Kunjam" userId="a81a3b44-78ee-415d-8e61-b6c92f5974c8" providerId="ADAL" clId="{94EC9727-773F-4081-A467-B510B60F2121}" dt="2026-01-17T12:40:29.905" v="420" actId="1036"/>
          <ac:spMkLst>
            <pc:docMk/>
            <pc:sldMk cId="2554991860" sldId="325"/>
            <ac:spMk id="31" creationId="{7279D2EB-6CD6-941E-9094-015EC19784FC}"/>
          </ac:spMkLst>
        </pc:spChg>
        <pc:spChg chg="mod">
          <ac:chgData name="Mansi Kunjam" userId="a81a3b44-78ee-415d-8e61-b6c92f5974c8" providerId="ADAL" clId="{94EC9727-773F-4081-A467-B510B60F2121}" dt="2026-01-17T12:40:29.905" v="420" actId="1036"/>
          <ac:spMkLst>
            <pc:docMk/>
            <pc:sldMk cId="2554991860" sldId="325"/>
            <ac:spMk id="32" creationId="{CDEC1B6A-B996-FB75-DEDB-D7A9960395A5}"/>
          </ac:spMkLst>
        </pc:spChg>
        <pc:spChg chg="mod">
          <ac:chgData name="Mansi Kunjam" userId="a81a3b44-78ee-415d-8e61-b6c92f5974c8" providerId="ADAL" clId="{94EC9727-773F-4081-A467-B510B60F2121}" dt="2026-01-17T12:41:22.992" v="446" actId="1036"/>
          <ac:spMkLst>
            <pc:docMk/>
            <pc:sldMk cId="2554991860" sldId="325"/>
            <ac:spMk id="33" creationId="{DE61ADA4-7814-83B8-3068-C75FC9293567}"/>
          </ac:spMkLst>
        </pc:spChg>
        <pc:spChg chg="add mod">
          <ac:chgData name="Mansi Kunjam" userId="a81a3b44-78ee-415d-8e61-b6c92f5974c8" providerId="ADAL" clId="{94EC9727-773F-4081-A467-B510B60F2121}" dt="2026-01-17T12:39:14.422" v="385" actId="1076"/>
          <ac:spMkLst>
            <pc:docMk/>
            <pc:sldMk cId="2554991860" sldId="325"/>
            <ac:spMk id="35" creationId="{FEDF6C66-1C09-3AE6-94F0-CC9AE26B2A2E}"/>
          </ac:spMkLst>
        </pc:spChg>
        <pc:cxnChg chg="add mod">
          <ac:chgData name="Mansi Kunjam" userId="a81a3b44-78ee-415d-8e61-b6c92f5974c8" providerId="ADAL" clId="{94EC9727-773F-4081-A467-B510B60F2121}" dt="2026-01-17T12:40:29.905" v="420" actId="1036"/>
          <ac:cxnSpMkLst>
            <pc:docMk/>
            <pc:sldMk cId="2554991860" sldId="325"/>
            <ac:cxnSpMk id="22" creationId="{E0F9E4D8-B044-249E-684D-BEF29E11055A}"/>
          </ac:cxnSpMkLst>
        </pc:cxnChg>
        <pc:cxnChg chg="add mod">
          <ac:chgData name="Mansi Kunjam" userId="a81a3b44-78ee-415d-8e61-b6c92f5974c8" providerId="ADAL" clId="{94EC9727-773F-4081-A467-B510B60F2121}" dt="2026-01-17T12:41:27.696" v="448" actId="1036"/>
          <ac:cxnSpMkLst>
            <pc:docMk/>
            <pc:sldMk cId="2554991860" sldId="325"/>
            <ac:cxnSpMk id="36" creationId="{147ECD9C-FCFE-BC29-ED19-7BAE83DA7205}"/>
          </ac:cxnSpMkLst>
        </pc:cxnChg>
      </pc:sldChg>
      <pc:sldChg chg="addSp delSp modSp mod ord">
        <pc:chgData name="Mansi Kunjam" userId="a81a3b44-78ee-415d-8e61-b6c92f5974c8" providerId="ADAL" clId="{94EC9727-773F-4081-A467-B510B60F2121}" dt="2026-01-18T11:32:11.952" v="2344" actId="20578"/>
        <pc:sldMkLst>
          <pc:docMk/>
          <pc:sldMk cId="1657349601" sldId="326"/>
        </pc:sldMkLst>
        <pc:spChg chg="add mod">
          <ac:chgData name="Mansi Kunjam" userId="a81a3b44-78ee-415d-8e61-b6c92f5974c8" providerId="ADAL" clId="{94EC9727-773F-4081-A467-B510B60F2121}" dt="2026-01-17T13:19:07.525" v="1301" actId="313"/>
          <ac:spMkLst>
            <pc:docMk/>
            <pc:sldMk cId="1657349601" sldId="326"/>
            <ac:spMk id="8" creationId="{A85EC869-815F-E4D0-F150-7E973981146D}"/>
          </ac:spMkLst>
        </pc:spChg>
        <pc:spChg chg="add mod">
          <ac:chgData name="Mansi Kunjam" userId="a81a3b44-78ee-415d-8e61-b6c92f5974c8" providerId="ADAL" clId="{94EC9727-773F-4081-A467-B510B60F2121}" dt="2026-01-17T13:08:42.103" v="1033" actId="207"/>
          <ac:spMkLst>
            <pc:docMk/>
            <pc:sldMk cId="1657349601" sldId="326"/>
            <ac:spMk id="9" creationId="{B8415841-FA98-D709-55AD-18BC50E59CEE}"/>
          </ac:spMkLst>
        </pc:spChg>
        <pc:spChg chg="add mod">
          <ac:chgData name="Mansi Kunjam" userId="a81a3b44-78ee-415d-8e61-b6c92f5974c8" providerId="ADAL" clId="{94EC9727-773F-4081-A467-B510B60F2121}" dt="2026-01-17T12:54:26.360" v="758" actId="1076"/>
          <ac:spMkLst>
            <pc:docMk/>
            <pc:sldMk cId="1657349601" sldId="326"/>
            <ac:spMk id="12" creationId="{FD9CD4AA-1199-79C9-992E-155A61457E22}"/>
          </ac:spMkLst>
        </pc:spChg>
        <pc:spChg chg="add mod">
          <ac:chgData name="Mansi Kunjam" userId="a81a3b44-78ee-415d-8e61-b6c92f5974c8" providerId="ADAL" clId="{94EC9727-773F-4081-A467-B510B60F2121}" dt="2026-01-17T12:55:02.613" v="763" actId="1076"/>
          <ac:spMkLst>
            <pc:docMk/>
            <pc:sldMk cId="1657349601" sldId="326"/>
            <ac:spMk id="29" creationId="{D19D0B6E-1029-D162-A6E7-79A82F85C9E8}"/>
          </ac:spMkLst>
        </pc:spChg>
        <pc:spChg chg="add mod">
          <ac:chgData name="Mansi Kunjam" userId="a81a3b44-78ee-415d-8e61-b6c92f5974c8" providerId="ADAL" clId="{94EC9727-773F-4081-A467-B510B60F2121}" dt="2026-01-17T12:55:07.171" v="764" actId="1076"/>
          <ac:spMkLst>
            <pc:docMk/>
            <pc:sldMk cId="1657349601" sldId="326"/>
            <ac:spMk id="31" creationId="{3933AE71-F49E-D9C8-95D8-CD1CD31911C9}"/>
          </ac:spMkLst>
        </pc:spChg>
        <pc:cxnChg chg="add mod">
          <ac:chgData name="Mansi Kunjam" userId="a81a3b44-78ee-415d-8e61-b6c92f5974c8" providerId="ADAL" clId="{94EC9727-773F-4081-A467-B510B60F2121}" dt="2026-01-17T12:54:19.614" v="757" actId="1037"/>
          <ac:cxnSpMkLst>
            <pc:docMk/>
            <pc:sldMk cId="1657349601" sldId="326"/>
            <ac:cxnSpMk id="15" creationId="{F688120F-9117-A319-8326-5A4F19898E8A}"/>
          </ac:cxnSpMkLst>
        </pc:cxnChg>
      </pc:sldChg>
      <pc:sldChg chg="addSp delSp modSp add del mod">
        <pc:chgData name="Mansi Kunjam" userId="a81a3b44-78ee-415d-8e61-b6c92f5974c8" providerId="ADAL" clId="{94EC9727-773F-4081-A467-B510B60F2121}" dt="2026-01-17T13:06:01.659" v="996" actId="1038"/>
        <pc:sldMkLst>
          <pc:docMk/>
          <pc:sldMk cId="1978672726" sldId="327"/>
        </pc:sldMkLst>
        <pc:spChg chg="mod">
          <ac:chgData name="Mansi Kunjam" userId="a81a3b44-78ee-415d-8e61-b6c92f5974c8" providerId="ADAL" clId="{94EC9727-773F-4081-A467-B510B60F2121}" dt="2026-01-17T12:56:43.854" v="785" actId="12"/>
          <ac:spMkLst>
            <pc:docMk/>
            <pc:sldMk cId="1978672726" sldId="327"/>
            <ac:spMk id="3" creationId="{17A5D5E6-5713-027D-8074-8ECA6031AF9C}"/>
          </ac:spMkLst>
        </pc:spChg>
        <pc:spChg chg="mod">
          <ac:chgData name="Mansi Kunjam" userId="a81a3b44-78ee-415d-8e61-b6c92f5974c8" providerId="ADAL" clId="{94EC9727-773F-4081-A467-B510B60F2121}" dt="2026-01-17T12:56:47.792" v="786" actId="12"/>
          <ac:spMkLst>
            <pc:docMk/>
            <pc:sldMk cId="1978672726" sldId="327"/>
            <ac:spMk id="4" creationId="{0E0823F9-4555-B127-C3B2-489DFC1EA864}"/>
          </ac:spMkLst>
        </pc:spChg>
        <pc:spChg chg="mod">
          <ac:chgData name="Mansi Kunjam" userId="a81a3b44-78ee-415d-8e61-b6c92f5974c8" providerId="ADAL" clId="{94EC9727-773F-4081-A467-B510B60F2121}" dt="2026-01-17T12:56:51.130" v="787" actId="12"/>
          <ac:spMkLst>
            <pc:docMk/>
            <pc:sldMk cId="1978672726" sldId="327"/>
            <ac:spMk id="5" creationId="{11859EC7-73D1-F2C3-1C9C-F64FD8AE87C4}"/>
          </ac:spMkLst>
        </pc:spChg>
        <pc:spChg chg="mod">
          <ac:chgData name="Mansi Kunjam" userId="a81a3b44-78ee-415d-8e61-b6c92f5974c8" providerId="ADAL" clId="{94EC9727-773F-4081-A467-B510B60F2121}" dt="2026-01-17T13:05:29.688" v="984" actId="21"/>
          <ac:spMkLst>
            <pc:docMk/>
            <pc:sldMk cId="1978672726" sldId="327"/>
            <ac:spMk id="8" creationId="{393B140A-FFC9-13C7-DD05-8B8C622995C2}"/>
          </ac:spMkLst>
        </pc:spChg>
        <pc:spChg chg="mod">
          <ac:chgData name="Mansi Kunjam" userId="a81a3b44-78ee-415d-8e61-b6c92f5974c8" providerId="ADAL" clId="{94EC9727-773F-4081-A467-B510B60F2121}" dt="2026-01-17T12:56:23.259" v="784" actId="1076"/>
          <ac:spMkLst>
            <pc:docMk/>
            <pc:sldMk cId="1978672726" sldId="327"/>
            <ac:spMk id="9" creationId="{62D92D4B-4211-591E-07FE-B7E49D4E44A5}"/>
          </ac:spMkLst>
        </pc:spChg>
        <pc:spChg chg="add mod">
          <ac:chgData name="Mansi Kunjam" userId="a81a3b44-78ee-415d-8e61-b6c92f5974c8" providerId="ADAL" clId="{94EC9727-773F-4081-A467-B510B60F2121}" dt="2026-01-17T13:06:01.659" v="996" actId="1038"/>
          <ac:spMkLst>
            <pc:docMk/>
            <pc:sldMk cId="1978672726" sldId="327"/>
            <ac:spMk id="34" creationId="{C7B70044-29A3-C9F7-68E7-38FA566DCCD1}"/>
          </ac:spMkLst>
        </pc:spChg>
        <pc:cxnChg chg="mod">
          <ac:chgData name="Mansi Kunjam" userId="a81a3b44-78ee-415d-8e61-b6c92f5974c8" providerId="ADAL" clId="{94EC9727-773F-4081-A467-B510B60F2121}" dt="2026-01-17T12:56:23.259" v="784" actId="1076"/>
          <ac:cxnSpMkLst>
            <pc:docMk/>
            <pc:sldMk cId="1978672726" sldId="327"/>
            <ac:cxnSpMk id="15" creationId="{867CA65F-C78B-0D04-CF2A-855D093043EA}"/>
          </ac:cxnSpMkLst>
        </pc:cxnChg>
        <pc:cxnChg chg="mod">
          <ac:chgData name="Mansi Kunjam" userId="a81a3b44-78ee-415d-8e61-b6c92f5974c8" providerId="ADAL" clId="{94EC9727-773F-4081-A467-B510B60F2121}" dt="2026-01-17T12:56:23.259" v="784" actId="1076"/>
          <ac:cxnSpMkLst>
            <pc:docMk/>
            <pc:sldMk cId="1978672726" sldId="327"/>
            <ac:cxnSpMk id="17" creationId="{D7CFE428-3C2C-A2E2-C786-A5C426479D82}"/>
          </ac:cxnSpMkLst>
        </pc:cxnChg>
        <pc:cxnChg chg="mod">
          <ac:chgData name="Mansi Kunjam" userId="a81a3b44-78ee-415d-8e61-b6c92f5974c8" providerId="ADAL" clId="{94EC9727-773F-4081-A467-B510B60F2121}" dt="2026-01-17T12:56:23.259" v="784" actId="1076"/>
          <ac:cxnSpMkLst>
            <pc:docMk/>
            <pc:sldMk cId="1978672726" sldId="327"/>
            <ac:cxnSpMk id="18" creationId="{B256FF54-7AE5-CD94-D4FA-8F93841BE1FF}"/>
          </ac:cxnSpMkLst>
        </pc:cxnChg>
        <pc:cxnChg chg="mod">
          <ac:chgData name="Mansi Kunjam" userId="a81a3b44-78ee-415d-8e61-b6c92f5974c8" providerId="ADAL" clId="{94EC9727-773F-4081-A467-B510B60F2121}" dt="2026-01-17T12:57:23.507" v="798" actId="14100"/>
          <ac:cxnSpMkLst>
            <pc:docMk/>
            <pc:sldMk cId="1978672726" sldId="327"/>
            <ac:cxnSpMk id="23" creationId="{CB4DBE7B-DABD-135C-1C9F-E1005E47C97B}"/>
          </ac:cxnSpMkLst>
        </pc:cxnChg>
      </pc:sldChg>
      <pc:sldChg chg="addSp delSp modSp mod">
        <pc:chgData name="Mansi Kunjam" userId="a81a3b44-78ee-415d-8e61-b6c92f5974c8" providerId="ADAL" clId="{94EC9727-773F-4081-A467-B510B60F2121}" dt="2026-01-23T07:06:19.778" v="2397" actId="21"/>
        <pc:sldMkLst>
          <pc:docMk/>
          <pc:sldMk cId="2511846374" sldId="328"/>
        </pc:sldMkLst>
        <pc:spChg chg="add del mod">
          <ac:chgData name="Mansi Kunjam" userId="a81a3b44-78ee-415d-8e61-b6c92f5974c8" providerId="ADAL" clId="{94EC9727-773F-4081-A467-B510B60F2121}" dt="2026-01-23T07:06:19.778" v="2397" actId="21"/>
          <ac:spMkLst>
            <pc:docMk/>
            <pc:sldMk cId="2511846374" sldId="328"/>
            <ac:spMk id="3" creationId="{874D7C53-76FD-3AEF-92D3-B5866EF4CA54}"/>
          </ac:spMkLst>
        </pc:spChg>
        <pc:spChg chg="add mod">
          <ac:chgData name="Mansi Kunjam" userId="a81a3b44-78ee-415d-8e61-b6c92f5974c8" providerId="ADAL" clId="{94EC9727-773F-4081-A467-B510B60F2121}" dt="2026-01-17T13:02:06.861" v="955" actId="1076"/>
          <ac:spMkLst>
            <pc:docMk/>
            <pc:sldMk cId="2511846374" sldId="328"/>
            <ac:spMk id="5" creationId="{35D9DCA7-DF47-B1D4-88BE-75D6B026ECB5}"/>
          </ac:spMkLst>
        </pc:spChg>
      </pc:sldChg>
      <pc:sldChg chg="delSp modSp mod">
        <pc:chgData name="Mansi Kunjam" userId="a81a3b44-78ee-415d-8e61-b6c92f5974c8" providerId="ADAL" clId="{94EC9727-773F-4081-A467-B510B60F2121}" dt="2026-01-17T13:03:28.184" v="965" actId="255"/>
        <pc:sldMkLst>
          <pc:docMk/>
          <pc:sldMk cId="215932653" sldId="329"/>
        </pc:sldMkLst>
        <pc:graphicFrameChg chg="mod modGraphic">
          <ac:chgData name="Mansi Kunjam" userId="a81a3b44-78ee-415d-8e61-b6c92f5974c8" providerId="ADAL" clId="{94EC9727-773F-4081-A467-B510B60F2121}" dt="2026-01-17T13:03:28.184" v="965" actId="255"/>
          <ac:graphicFrameMkLst>
            <pc:docMk/>
            <pc:sldMk cId="215932653" sldId="329"/>
            <ac:graphicFrameMk id="3" creationId="{F9120A2C-5B6F-DCAB-840C-C5E0DFC365D5}"/>
          </ac:graphicFrameMkLst>
        </pc:graphicFrameChg>
      </pc:sldChg>
      <pc:sldChg chg="delSp modSp mod">
        <pc:chgData name="Mansi Kunjam" userId="a81a3b44-78ee-415d-8e61-b6c92f5974c8" providerId="ADAL" clId="{94EC9727-773F-4081-A467-B510B60F2121}" dt="2026-01-17T13:13:36.524" v="1180" actId="1076"/>
        <pc:sldMkLst>
          <pc:docMk/>
          <pc:sldMk cId="1972899898" sldId="332"/>
        </pc:sldMkLst>
        <pc:spChg chg="mod">
          <ac:chgData name="Mansi Kunjam" userId="a81a3b44-78ee-415d-8e61-b6c92f5974c8" providerId="ADAL" clId="{94EC9727-773F-4081-A467-B510B60F2121}" dt="2026-01-17T13:13:17.874" v="1170" actId="1037"/>
          <ac:spMkLst>
            <pc:docMk/>
            <pc:sldMk cId="1972899898" sldId="332"/>
            <ac:spMk id="3" creationId="{489D96EA-2342-6AFB-E4DD-6E2E90629B44}"/>
          </ac:spMkLst>
        </pc:spChg>
        <pc:spChg chg="mod">
          <ac:chgData name="Mansi Kunjam" userId="a81a3b44-78ee-415d-8e61-b6c92f5974c8" providerId="ADAL" clId="{94EC9727-773F-4081-A467-B510B60F2121}" dt="2026-01-17T13:13:17.874" v="1170" actId="1037"/>
          <ac:spMkLst>
            <pc:docMk/>
            <pc:sldMk cId="1972899898" sldId="332"/>
            <ac:spMk id="4" creationId="{03C899E3-9A5C-3BB2-4771-45D7B8AEEA62}"/>
          </ac:spMkLst>
        </pc:spChg>
        <pc:spChg chg="mod">
          <ac:chgData name="Mansi Kunjam" userId="a81a3b44-78ee-415d-8e61-b6c92f5974c8" providerId="ADAL" clId="{94EC9727-773F-4081-A467-B510B60F2121}" dt="2026-01-17T13:13:17.874" v="1170" actId="1037"/>
          <ac:spMkLst>
            <pc:docMk/>
            <pc:sldMk cId="1972899898" sldId="332"/>
            <ac:spMk id="5" creationId="{13258F5C-401E-728F-7F65-18A27F0C7B41}"/>
          </ac:spMkLst>
        </pc:spChg>
        <pc:spChg chg="mod">
          <ac:chgData name="Mansi Kunjam" userId="a81a3b44-78ee-415d-8e61-b6c92f5974c8" providerId="ADAL" clId="{94EC9727-773F-4081-A467-B510B60F2121}" dt="2026-01-17T13:13:36.524" v="1180" actId="1076"/>
          <ac:spMkLst>
            <pc:docMk/>
            <pc:sldMk cId="1972899898" sldId="332"/>
            <ac:spMk id="6" creationId="{88F286B1-54CE-F7D8-6ABD-5A0F1B3DC3E6}"/>
          </ac:spMkLst>
        </pc:spChg>
        <pc:spChg chg="mod">
          <ac:chgData name="Mansi Kunjam" userId="a81a3b44-78ee-415d-8e61-b6c92f5974c8" providerId="ADAL" clId="{94EC9727-773F-4081-A467-B510B60F2121}" dt="2026-01-17T13:13:17.874" v="1170" actId="1037"/>
          <ac:spMkLst>
            <pc:docMk/>
            <pc:sldMk cId="1972899898" sldId="332"/>
            <ac:spMk id="8" creationId="{C1589A9F-7438-3707-D339-D868AD2BCCFF}"/>
          </ac:spMkLst>
        </pc:spChg>
        <pc:spChg chg="mod">
          <ac:chgData name="Mansi Kunjam" userId="a81a3b44-78ee-415d-8e61-b6c92f5974c8" providerId="ADAL" clId="{94EC9727-773F-4081-A467-B510B60F2121}" dt="2026-01-17T13:13:17.874" v="1170" actId="1037"/>
          <ac:spMkLst>
            <pc:docMk/>
            <pc:sldMk cId="1972899898" sldId="332"/>
            <ac:spMk id="9" creationId="{DC2D8152-2A3E-175F-2D7A-FC7BE75E5A32}"/>
          </ac:spMkLst>
        </pc:spChg>
        <pc:spChg chg="mod">
          <ac:chgData name="Mansi Kunjam" userId="a81a3b44-78ee-415d-8e61-b6c92f5974c8" providerId="ADAL" clId="{94EC9727-773F-4081-A467-B510B60F2121}" dt="2026-01-17T13:13:17.874" v="1170" actId="1037"/>
          <ac:spMkLst>
            <pc:docMk/>
            <pc:sldMk cId="1972899898" sldId="332"/>
            <ac:spMk id="10" creationId="{6F28FD6D-0756-8757-2B22-36BD77D74831}"/>
          </ac:spMkLst>
        </pc:spChg>
        <pc:spChg chg="mod">
          <ac:chgData name="Mansi Kunjam" userId="a81a3b44-78ee-415d-8e61-b6c92f5974c8" providerId="ADAL" clId="{94EC9727-773F-4081-A467-B510B60F2121}" dt="2026-01-17T13:12:00.345" v="1145" actId="1076"/>
          <ac:spMkLst>
            <pc:docMk/>
            <pc:sldMk cId="1972899898" sldId="332"/>
            <ac:spMk id="11" creationId="{D69DACBD-C322-0798-36C3-8D2884602D32}"/>
          </ac:spMkLst>
        </pc:spChg>
        <pc:spChg chg="mod">
          <ac:chgData name="Mansi Kunjam" userId="a81a3b44-78ee-415d-8e61-b6c92f5974c8" providerId="ADAL" clId="{94EC9727-773F-4081-A467-B510B60F2121}" dt="2026-01-17T13:13:20.849" v="1178" actId="1037"/>
          <ac:spMkLst>
            <pc:docMk/>
            <pc:sldMk cId="1972899898" sldId="332"/>
            <ac:spMk id="15" creationId="{9A885077-4D39-8CF1-96BF-168E47AC2648}"/>
          </ac:spMkLst>
        </pc:spChg>
        <pc:spChg chg="mod">
          <ac:chgData name="Mansi Kunjam" userId="a81a3b44-78ee-415d-8e61-b6c92f5974c8" providerId="ADAL" clId="{94EC9727-773F-4081-A467-B510B60F2121}" dt="2026-01-17T13:13:26.265" v="1179" actId="1076"/>
          <ac:spMkLst>
            <pc:docMk/>
            <pc:sldMk cId="1972899898" sldId="332"/>
            <ac:spMk id="16" creationId="{EC6AE9D8-3C63-E8AA-3292-C53439994137}"/>
          </ac:spMkLst>
        </pc:spChg>
        <pc:spChg chg="mod">
          <ac:chgData name="Mansi Kunjam" userId="a81a3b44-78ee-415d-8e61-b6c92f5974c8" providerId="ADAL" clId="{94EC9727-773F-4081-A467-B510B60F2121}" dt="2026-01-17T13:13:17.874" v="1170" actId="1037"/>
          <ac:spMkLst>
            <pc:docMk/>
            <pc:sldMk cId="1972899898" sldId="332"/>
            <ac:spMk id="19" creationId="{C681E515-EB4A-0A81-BE98-50581A3243AC}"/>
          </ac:spMkLst>
        </pc:spChg>
        <pc:spChg chg="mod">
          <ac:chgData name="Mansi Kunjam" userId="a81a3b44-78ee-415d-8e61-b6c92f5974c8" providerId="ADAL" clId="{94EC9727-773F-4081-A467-B510B60F2121}" dt="2026-01-17T13:13:17.874" v="1170" actId="1037"/>
          <ac:spMkLst>
            <pc:docMk/>
            <pc:sldMk cId="1972899898" sldId="332"/>
            <ac:spMk id="27" creationId="{F3D72AC1-C37A-6992-F3C2-6A2570E76081}"/>
          </ac:spMkLst>
        </pc:spChg>
        <pc:cxnChg chg="mod">
          <ac:chgData name="Mansi Kunjam" userId="a81a3b44-78ee-415d-8e61-b6c92f5974c8" providerId="ADAL" clId="{94EC9727-773F-4081-A467-B510B60F2121}" dt="2026-01-17T13:13:17.874" v="1170" actId="1037"/>
          <ac:cxnSpMkLst>
            <pc:docMk/>
            <pc:sldMk cId="1972899898" sldId="332"/>
            <ac:cxnSpMk id="22" creationId="{1D4272D1-F605-13A4-ADD5-A95ACD05F4A4}"/>
          </ac:cxnSpMkLst>
        </pc:cxnChg>
        <pc:cxnChg chg="mod">
          <ac:chgData name="Mansi Kunjam" userId="a81a3b44-78ee-415d-8e61-b6c92f5974c8" providerId="ADAL" clId="{94EC9727-773F-4081-A467-B510B60F2121}" dt="2026-01-17T13:13:17.874" v="1170" actId="1037"/>
          <ac:cxnSpMkLst>
            <pc:docMk/>
            <pc:sldMk cId="1972899898" sldId="332"/>
            <ac:cxnSpMk id="26" creationId="{643EEE06-D80C-9D56-4ED0-836F55C5CC74}"/>
          </ac:cxnSpMkLst>
        </pc:cxnChg>
      </pc:sldChg>
      <pc:sldChg chg="delSp modSp mod">
        <pc:chgData name="Mansi Kunjam" userId="a81a3b44-78ee-415d-8e61-b6c92f5974c8" providerId="ADAL" clId="{94EC9727-773F-4081-A467-B510B60F2121}" dt="2026-01-17T13:17:35.465" v="1266" actId="1076"/>
        <pc:sldMkLst>
          <pc:docMk/>
          <pc:sldMk cId="1463142737" sldId="334"/>
        </pc:sldMkLst>
        <pc:spChg chg="mod">
          <ac:chgData name="Mansi Kunjam" userId="a81a3b44-78ee-415d-8e61-b6c92f5974c8" providerId="ADAL" clId="{94EC9727-773F-4081-A467-B510B60F2121}" dt="2026-01-17T13:14:52.737" v="1213" actId="1076"/>
          <ac:spMkLst>
            <pc:docMk/>
            <pc:sldMk cId="1463142737" sldId="334"/>
            <ac:spMk id="11" creationId="{491772F1-2AFC-C2E5-2609-E59A7D397DC8}"/>
          </ac:spMkLst>
        </pc:spChg>
        <pc:spChg chg="mod">
          <ac:chgData name="Mansi Kunjam" userId="a81a3b44-78ee-415d-8e61-b6c92f5974c8" providerId="ADAL" clId="{94EC9727-773F-4081-A467-B510B60F2121}" dt="2026-01-17T13:15:01.070" v="1214" actId="1076"/>
          <ac:spMkLst>
            <pc:docMk/>
            <pc:sldMk cId="1463142737" sldId="334"/>
            <ac:spMk id="21" creationId="{EDC4B287-958E-A9B1-15DC-6ECAA3E9FB1F}"/>
          </ac:spMkLst>
        </pc:spChg>
        <pc:spChg chg="mod">
          <ac:chgData name="Mansi Kunjam" userId="a81a3b44-78ee-415d-8e61-b6c92f5974c8" providerId="ADAL" clId="{94EC9727-773F-4081-A467-B510B60F2121}" dt="2026-01-17T13:15:14.664" v="1217" actId="1076"/>
          <ac:spMkLst>
            <pc:docMk/>
            <pc:sldMk cId="1463142737" sldId="334"/>
            <ac:spMk id="23" creationId="{2379D29B-F5E3-8735-7D7E-131A351761DD}"/>
          </ac:spMkLst>
        </pc:spChg>
        <pc:spChg chg="mod">
          <ac:chgData name="Mansi Kunjam" userId="a81a3b44-78ee-415d-8e61-b6c92f5974c8" providerId="ADAL" clId="{94EC9727-773F-4081-A467-B510B60F2121}" dt="2026-01-17T13:15:32.819" v="1226" actId="20577"/>
          <ac:spMkLst>
            <pc:docMk/>
            <pc:sldMk cId="1463142737" sldId="334"/>
            <ac:spMk id="24" creationId="{75A9A77C-3C41-430D-598E-5FF752531D4E}"/>
          </ac:spMkLst>
        </pc:spChg>
        <pc:spChg chg="mod">
          <ac:chgData name="Mansi Kunjam" userId="a81a3b44-78ee-415d-8e61-b6c92f5974c8" providerId="ADAL" clId="{94EC9727-773F-4081-A467-B510B60F2121}" dt="2026-01-17T13:14:46.736" v="1212" actId="1076"/>
          <ac:spMkLst>
            <pc:docMk/>
            <pc:sldMk cId="1463142737" sldId="334"/>
            <ac:spMk id="31" creationId="{20521C1B-7D83-E790-1AD3-B07D3001E849}"/>
          </ac:spMkLst>
        </pc:spChg>
        <pc:spChg chg="mod">
          <ac:chgData name="Mansi Kunjam" userId="a81a3b44-78ee-415d-8e61-b6c92f5974c8" providerId="ADAL" clId="{94EC9727-773F-4081-A467-B510B60F2121}" dt="2026-01-17T13:14:46.736" v="1212" actId="1076"/>
          <ac:spMkLst>
            <pc:docMk/>
            <pc:sldMk cId="1463142737" sldId="334"/>
            <ac:spMk id="33" creationId="{650934E5-4291-DCED-DD15-2D9053FAFE74}"/>
          </ac:spMkLst>
        </pc:spChg>
        <pc:spChg chg="mod">
          <ac:chgData name="Mansi Kunjam" userId="a81a3b44-78ee-415d-8e61-b6c92f5974c8" providerId="ADAL" clId="{94EC9727-773F-4081-A467-B510B60F2121}" dt="2026-01-17T13:17:03.233" v="1257" actId="113"/>
          <ac:spMkLst>
            <pc:docMk/>
            <pc:sldMk cId="1463142737" sldId="334"/>
            <ac:spMk id="36" creationId="{609C94C9-F090-326C-75EF-51D805FCB5CC}"/>
          </ac:spMkLst>
        </pc:spChg>
        <pc:spChg chg="mod">
          <ac:chgData name="Mansi Kunjam" userId="a81a3b44-78ee-415d-8e61-b6c92f5974c8" providerId="ADAL" clId="{94EC9727-773F-4081-A467-B510B60F2121}" dt="2026-01-17T13:17:28.041" v="1264" actId="1076"/>
          <ac:spMkLst>
            <pc:docMk/>
            <pc:sldMk cId="1463142737" sldId="334"/>
            <ac:spMk id="37" creationId="{F9DBA52F-7C2C-8DE9-4004-6EB61FB584FE}"/>
          </ac:spMkLst>
        </pc:spChg>
        <pc:spChg chg="mod">
          <ac:chgData name="Mansi Kunjam" userId="a81a3b44-78ee-415d-8e61-b6c92f5974c8" providerId="ADAL" clId="{94EC9727-773F-4081-A467-B510B60F2121}" dt="2026-01-17T13:17:35.465" v="1266" actId="1076"/>
          <ac:spMkLst>
            <pc:docMk/>
            <pc:sldMk cId="1463142737" sldId="334"/>
            <ac:spMk id="38" creationId="{3EA0689D-3719-E737-8A5D-F5B5F6130893}"/>
          </ac:spMkLst>
        </pc:spChg>
        <pc:cxnChg chg="mod">
          <ac:chgData name="Mansi Kunjam" userId="a81a3b44-78ee-415d-8e61-b6c92f5974c8" providerId="ADAL" clId="{94EC9727-773F-4081-A467-B510B60F2121}" dt="2026-01-17T13:14:46.736" v="1212" actId="1076"/>
          <ac:cxnSpMkLst>
            <pc:docMk/>
            <pc:sldMk cId="1463142737" sldId="334"/>
            <ac:cxnSpMk id="14" creationId="{575479B5-887C-8A9A-1D1D-1A2997096CE0}"/>
          </ac:cxnSpMkLst>
        </pc:cxnChg>
        <pc:cxnChg chg="mod">
          <ac:chgData name="Mansi Kunjam" userId="a81a3b44-78ee-415d-8e61-b6c92f5974c8" providerId="ADAL" clId="{94EC9727-773F-4081-A467-B510B60F2121}" dt="2026-01-17T13:14:46.736" v="1212" actId="1076"/>
          <ac:cxnSpMkLst>
            <pc:docMk/>
            <pc:sldMk cId="1463142737" sldId="334"/>
            <ac:cxnSpMk id="34" creationId="{D70881BF-7559-8BAE-C4C0-96459E514B2C}"/>
          </ac:cxnSpMkLst>
        </pc:cxnChg>
      </pc:sldChg>
      <pc:sldChg chg="addSp delSp modSp mod">
        <pc:chgData name="Mansi Kunjam" userId="a81a3b44-78ee-415d-8e61-b6c92f5974c8" providerId="ADAL" clId="{94EC9727-773F-4081-A467-B510B60F2121}" dt="2026-01-17T13:32:14.481" v="1683" actId="1076"/>
        <pc:sldMkLst>
          <pc:docMk/>
          <pc:sldMk cId="2267053666" sldId="335"/>
        </pc:sldMkLst>
        <pc:spChg chg="mod">
          <ac:chgData name="Mansi Kunjam" userId="a81a3b44-78ee-415d-8e61-b6c92f5974c8" providerId="ADAL" clId="{94EC9727-773F-4081-A467-B510B60F2121}" dt="2026-01-17T13:29:18.309" v="1602" actId="1076"/>
          <ac:spMkLst>
            <pc:docMk/>
            <pc:sldMk cId="2267053666" sldId="335"/>
            <ac:spMk id="2" creationId="{5ED1BB42-4B39-DEC1-F051-4C81E280F88B}"/>
          </ac:spMkLst>
        </pc:spChg>
        <pc:spChg chg="add mod">
          <ac:chgData name="Mansi Kunjam" userId="a81a3b44-78ee-415d-8e61-b6c92f5974c8" providerId="ADAL" clId="{94EC9727-773F-4081-A467-B510B60F2121}" dt="2026-01-17T13:32:09.318" v="1681" actId="1076"/>
          <ac:spMkLst>
            <pc:docMk/>
            <pc:sldMk cId="2267053666" sldId="335"/>
            <ac:spMk id="9" creationId="{F53A3C33-418A-D2E0-C8EE-2C7E9F7EBC39}"/>
          </ac:spMkLst>
        </pc:spChg>
        <pc:spChg chg="mod">
          <ac:chgData name="Mansi Kunjam" userId="a81a3b44-78ee-415d-8e61-b6c92f5974c8" providerId="ADAL" clId="{94EC9727-773F-4081-A467-B510B60F2121}" dt="2026-01-17T13:32:14.481" v="1683" actId="1076"/>
          <ac:spMkLst>
            <pc:docMk/>
            <pc:sldMk cId="2267053666" sldId="335"/>
            <ac:spMk id="11" creationId="{5BF29670-B60A-9080-AD88-849A34AA3DF9}"/>
          </ac:spMkLst>
        </pc:spChg>
      </pc:sldChg>
      <pc:sldChg chg="addSp delSp modSp mod">
        <pc:chgData name="Mansi Kunjam" userId="a81a3b44-78ee-415d-8e61-b6c92f5974c8" providerId="ADAL" clId="{94EC9727-773F-4081-A467-B510B60F2121}" dt="2026-01-17T13:35:06.520" v="1824" actId="1076"/>
        <pc:sldMkLst>
          <pc:docMk/>
          <pc:sldMk cId="3532683799" sldId="337"/>
        </pc:sldMkLst>
        <pc:spChg chg="add mod">
          <ac:chgData name="Mansi Kunjam" userId="a81a3b44-78ee-415d-8e61-b6c92f5974c8" providerId="ADAL" clId="{94EC9727-773F-4081-A467-B510B60F2121}" dt="2026-01-17T13:35:06.520" v="1824" actId="1076"/>
          <ac:spMkLst>
            <pc:docMk/>
            <pc:sldMk cId="3532683799" sldId="337"/>
            <ac:spMk id="3" creationId="{BEF9319D-2B67-FFD3-C801-E30367C9E936}"/>
          </ac:spMkLst>
        </pc:spChg>
      </pc:sldChg>
      <pc:sldChg chg="delSp modSp mod">
        <pc:chgData name="Mansi Kunjam" userId="a81a3b44-78ee-415d-8e61-b6c92f5974c8" providerId="ADAL" clId="{94EC9727-773F-4081-A467-B510B60F2121}" dt="2026-01-17T13:57:04.005" v="2343" actId="20577"/>
        <pc:sldMkLst>
          <pc:docMk/>
          <pc:sldMk cId="1940088483" sldId="338"/>
        </pc:sldMkLst>
        <pc:spChg chg="mod">
          <ac:chgData name="Mansi Kunjam" userId="a81a3b44-78ee-415d-8e61-b6c92f5974c8" providerId="ADAL" clId="{94EC9727-773F-4081-A467-B510B60F2121}" dt="2026-01-17T13:57:04.005" v="2343" actId="20577"/>
          <ac:spMkLst>
            <pc:docMk/>
            <pc:sldMk cId="1940088483" sldId="338"/>
            <ac:spMk id="4" creationId="{A2A000DA-7E5B-2E01-A529-046D5F5F84E2}"/>
          </ac:spMkLst>
        </pc:spChg>
        <pc:spChg chg="mod">
          <ac:chgData name="Mansi Kunjam" userId="a81a3b44-78ee-415d-8e61-b6c92f5974c8" providerId="ADAL" clId="{94EC9727-773F-4081-A467-B510B60F2121}" dt="2026-01-17T13:55:08.199" v="2289" actId="1076"/>
          <ac:spMkLst>
            <pc:docMk/>
            <pc:sldMk cId="1940088483" sldId="338"/>
            <ac:spMk id="15" creationId="{05633C7C-DF23-9706-3FDF-EF2FDB63821A}"/>
          </ac:spMkLst>
        </pc:spChg>
        <pc:spChg chg="mod">
          <ac:chgData name="Mansi Kunjam" userId="a81a3b44-78ee-415d-8e61-b6c92f5974c8" providerId="ADAL" clId="{94EC9727-773F-4081-A467-B510B60F2121}" dt="2026-01-17T13:54:48.541" v="2285" actId="14100"/>
          <ac:spMkLst>
            <pc:docMk/>
            <pc:sldMk cId="1940088483" sldId="338"/>
            <ac:spMk id="22" creationId="{3646B97C-9320-7F8A-34BA-FA2DB30D33AC}"/>
          </ac:spMkLst>
        </pc:spChg>
      </pc:sldChg>
      <pc:sldChg chg="addSp delSp modSp mod">
        <pc:chgData name="Mansi Kunjam" userId="a81a3b44-78ee-415d-8e61-b6c92f5974c8" providerId="ADAL" clId="{94EC9727-773F-4081-A467-B510B60F2121}" dt="2026-01-17T13:54:27.601" v="2282" actId="20577"/>
        <pc:sldMkLst>
          <pc:docMk/>
          <pc:sldMk cId="1755905303" sldId="339"/>
        </pc:sldMkLst>
        <pc:spChg chg="add mod ord">
          <ac:chgData name="Mansi Kunjam" userId="a81a3b44-78ee-415d-8e61-b6c92f5974c8" providerId="ADAL" clId="{94EC9727-773F-4081-A467-B510B60F2121}" dt="2026-01-17T13:54:27.601" v="2282" actId="20577"/>
          <ac:spMkLst>
            <pc:docMk/>
            <pc:sldMk cId="1755905303" sldId="339"/>
            <ac:spMk id="14" creationId="{CF4C1CA5-7C0C-A67A-6D47-69BCF4E23721}"/>
          </ac:spMkLst>
        </pc:spChg>
        <pc:spChg chg="add mod">
          <ac:chgData name="Mansi Kunjam" userId="a81a3b44-78ee-415d-8e61-b6c92f5974c8" providerId="ADAL" clId="{94EC9727-773F-4081-A467-B510B60F2121}" dt="2026-01-17T13:53:53.831" v="2253" actId="1035"/>
          <ac:spMkLst>
            <pc:docMk/>
            <pc:sldMk cId="1755905303" sldId="339"/>
            <ac:spMk id="16" creationId="{AD5EC24B-17D5-4D20-82E2-E2BCC3BA343C}"/>
          </ac:spMkLst>
        </pc:spChg>
        <pc:picChg chg="add del mod modCrop">
          <ac:chgData name="Mansi Kunjam" userId="a81a3b44-78ee-415d-8e61-b6c92f5974c8" providerId="ADAL" clId="{94EC9727-773F-4081-A467-B510B60F2121}" dt="2026-01-17T13:53:53.831" v="2253" actId="1035"/>
          <ac:picMkLst>
            <pc:docMk/>
            <pc:sldMk cId="1755905303" sldId="339"/>
            <ac:picMk id="10" creationId="{6ED3AAFE-EB65-12AD-27F2-B27F212BCEA2}"/>
          </ac:picMkLst>
        </pc:picChg>
        <pc:picChg chg="add mod modCrop">
          <ac:chgData name="Mansi Kunjam" userId="a81a3b44-78ee-415d-8e61-b6c92f5974c8" providerId="ADAL" clId="{94EC9727-773F-4081-A467-B510B60F2121}" dt="2026-01-17T13:53:53.831" v="2253" actId="1035"/>
          <ac:picMkLst>
            <pc:docMk/>
            <pc:sldMk cId="1755905303" sldId="339"/>
            <ac:picMk id="11" creationId="{C081B97B-8EAF-9B3C-D7F1-5EAC7A1DD3D1}"/>
          </ac:picMkLst>
        </pc:picChg>
        <pc:picChg chg="add mod modCrop">
          <ac:chgData name="Mansi Kunjam" userId="a81a3b44-78ee-415d-8e61-b6c92f5974c8" providerId="ADAL" clId="{94EC9727-773F-4081-A467-B510B60F2121}" dt="2026-01-17T13:53:53.831" v="2253" actId="1035"/>
          <ac:picMkLst>
            <pc:docMk/>
            <pc:sldMk cId="1755905303" sldId="339"/>
            <ac:picMk id="12" creationId="{B742B12A-EE5E-7B8B-4928-FC6E4787BDC8}"/>
          </ac:picMkLst>
        </pc:picChg>
        <pc:picChg chg="add mod modCrop">
          <ac:chgData name="Mansi Kunjam" userId="a81a3b44-78ee-415d-8e61-b6c92f5974c8" providerId="ADAL" clId="{94EC9727-773F-4081-A467-B510B60F2121}" dt="2026-01-17T13:53:53.831" v="2253" actId="1035"/>
          <ac:picMkLst>
            <pc:docMk/>
            <pc:sldMk cId="1755905303" sldId="339"/>
            <ac:picMk id="13" creationId="{E5D4EA81-B6FC-5501-2577-395028101A07}"/>
          </ac:picMkLst>
        </pc:picChg>
      </pc:sldChg>
      <pc:sldChg chg="delSp mod">
        <pc:chgData name="Mansi Kunjam" userId="a81a3b44-78ee-415d-8e61-b6c92f5974c8" providerId="ADAL" clId="{94EC9727-773F-4081-A467-B510B60F2121}" dt="2026-01-17T12:23:18.765" v="72" actId="478"/>
        <pc:sldMkLst>
          <pc:docMk/>
          <pc:sldMk cId="279133947" sldId="341"/>
        </pc:sldMkLst>
      </pc:sldChg>
      <pc:sldChg chg="addSp delSp modSp mod">
        <pc:chgData name="Mansi Kunjam" userId="a81a3b44-78ee-415d-8e61-b6c92f5974c8" providerId="ADAL" clId="{94EC9727-773F-4081-A467-B510B60F2121}" dt="2026-01-23T08:51:56.224" v="2474" actId="21"/>
        <pc:sldMkLst>
          <pc:docMk/>
          <pc:sldMk cId="2906732040" sldId="342"/>
        </pc:sldMkLst>
        <pc:spChg chg="mod">
          <ac:chgData name="Mansi Kunjam" userId="a81a3b44-78ee-415d-8e61-b6c92f5974c8" providerId="ADAL" clId="{94EC9727-773F-4081-A467-B510B60F2121}" dt="2026-01-18T11:33:25.845" v="2349" actId="14100"/>
          <ac:spMkLst>
            <pc:docMk/>
            <pc:sldMk cId="2906732040" sldId="342"/>
            <ac:spMk id="2" creationId="{6EBB5B98-FF88-E4D4-AFEE-D45D2EC54C46}"/>
          </ac:spMkLst>
        </pc:spChg>
        <pc:spChg chg="add del mod">
          <ac:chgData name="Mansi Kunjam" userId="a81a3b44-78ee-415d-8e61-b6c92f5974c8" providerId="ADAL" clId="{94EC9727-773F-4081-A467-B510B60F2121}" dt="2026-01-23T08:51:56.224" v="2474" actId="21"/>
          <ac:spMkLst>
            <pc:docMk/>
            <pc:sldMk cId="2906732040" sldId="342"/>
            <ac:spMk id="4" creationId="{874D7C53-76FD-3AEF-92D3-B5866EF4CA54}"/>
          </ac:spMkLst>
        </pc:spChg>
        <pc:picChg chg="mod">
          <ac:chgData name="Mansi Kunjam" userId="a81a3b44-78ee-415d-8e61-b6c92f5974c8" providerId="ADAL" clId="{94EC9727-773F-4081-A467-B510B60F2121}" dt="2026-01-18T11:33:23.129" v="2348" actId="1037"/>
          <ac:picMkLst>
            <pc:docMk/>
            <pc:sldMk cId="2906732040" sldId="342"/>
            <ac:picMk id="9" creationId="{99FC4091-B519-53E4-6FBF-3418F7377542}"/>
          </ac:picMkLst>
        </pc:picChg>
      </pc:sldChg>
      <pc:sldChg chg="addSp delSp modSp mod">
        <pc:chgData name="Mansi Kunjam" userId="a81a3b44-78ee-415d-8e61-b6c92f5974c8" providerId="ADAL" clId="{94EC9727-773F-4081-A467-B510B60F2121}" dt="2026-01-23T07:10:51.755" v="2411" actId="21"/>
        <pc:sldMkLst>
          <pc:docMk/>
          <pc:sldMk cId="1618164571" sldId="343"/>
        </pc:sldMkLst>
        <pc:spChg chg="add del mod">
          <ac:chgData name="Mansi Kunjam" userId="a81a3b44-78ee-415d-8e61-b6c92f5974c8" providerId="ADAL" clId="{94EC9727-773F-4081-A467-B510B60F2121}" dt="2026-01-23T07:10:51.755" v="2411" actId="21"/>
          <ac:spMkLst>
            <pc:docMk/>
            <pc:sldMk cId="1618164571" sldId="343"/>
            <ac:spMk id="2" creationId="{874D7C53-76FD-3AEF-92D3-B5866EF4CA54}"/>
          </ac:spMkLst>
        </pc:spChg>
      </pc:sldChg>
      <pc:sldChg chg="addSp delSp modSp mod">
        <pc:chgData name="Mansi Kunjam" userId="a81a3b44-78ee-415d-8e61-b6c92f5974c8" providerId="ADAL" clId="{94EC9727-773F-4081-A467-B510B60F2121}" dt="2026-01-23T07:12:05.591" v="2423" actId="21"/>
        <pc:sldMkLst>
          <pc:docMk/>
          <pc:sldMk cId="454265760" sldId="344"/>
        </pc:sldMkLst>
        <pc:spChg chg="add del mod">
          <ac:chgData name="Mansi Kunjam" userId="a81a3b44-78ee-415d-8e61-b6c92f5974c8" providerId="ADAL" clId="{94EC9727-773F-4081-A467-B510B60F2121}" dt="2026-01-23T07:12:05.591" v="2423" actId="21"/>
          <ac:spMkLst>
            <pc:docMk/>
            <pc:sldMk cId="454265760" sldId="344"/>
            <ac:spMk id="2" creationId="{874D7C53-76FD-3AEF-92D3-B5866EF4CA54}"/>
          </ac:spMkLst>
        </pc:spChg>
      </pc:sldChg>
      <pc:sldChg chg="addSp delSp modSp mod">
        <pc:chgData name="Mansi Kunjam" userId="a81a3b44-78ee-415d-8e61-b6c92f5974c8" providerId="ADAL" clId="{94EC9727-773F-4081-A467-B510B60F2121}" dt="2026-01-23T08:21:47.516" v="2445" actId="21"/>
        <pc:sldMkLst>
          <pc:docMk/>
          <pc:sldMk cId="1186809135" sldId="345"/>
        </pc:sldMkLst>
        <pc:spChg chg="add del mod">
          <ac:chgData name="Mansi Kunjam" userId="a81a3b44-78ee-415d-8e61-b6c92f5974c8" providerId="ADAL" clId="{94EC9727-773F-4081-A467-B510B60F2121}" dt="2026-01-23T08:21:47.516" v="2445" actId="21"/>
          <ac:spMkLst>
            <pc:docMk/>
            <pc:sldMk cId="1186809135" sldId="345"/>
            <ac:spMk id="9" creationId="{874D7C53-76FD-3AEF-92D3-B5866EF4CA54}"/>
          </ac:spMkLst>
        </pc:spChg>
      </pc:sldChg>
      <pc:sldChg chg="delSp mod">
        <pc:chgData name="Mansi Kunjam" userId="a81a3b44-78ee-415d-8e61-b6c92f5974c8" providerId="ADAL" clId="{94EC9727-773F-4081-A467-B510B60F2121}" dt="2026-01-17T12:23:31.285" v="76" actId="478"/>
        <pc:sldMkLst>
          <pc:docMk/>
          <pc:sldMk cId="58020289" sldId="346"/>
        </pc:sldMkLst>
      </pc:sldChg>
      <pc:sldChg chg="addSp modSp add ord">
        <pc:chgData name="Mansi Kunjam" userId="a81a3b44-78ee-415d-8e61-b6c92f5974c8" providerId="ADAL" clId="{94EC9727-773F-4081-A467-B510B60F2121}" dt="2026-01-17T13:06:32.229" v="1002"/>
        <pc:sldMkLst>
          <pc:docMk/>
          <pc:sldMk cId="3544968968" sldId="347"/>
        </pc:sldMkLst>
        <pc:spChg chg="add mod">
          <ac:chgData name="Mansi Kunjam" userId="a81a3b44-78ee-415d-8e61-b6c92f5974c8" providerId="ADAL" clId="{94EC9727-773F-4081-A467-B510B60F2121}" dt="2026-01-17T13:06:19.251" v="999"/>
          <ac:spMkLst>
            <pc:docMk/>
            <pc:sldMk cId="3544968968" sldId="347"/>
            <ac:spMk id="6" creationId="{EAD91F5F-2C1C-34E5-1DC5-D179B563147A}"/>
          </ac:spMkLst>
        </pc:spChg>
      </pc:sldChg>
      <pc:sldChg chg="addSp delSp modSp add mod">
        <pc:chgData name="Mansi Kunjam" userId="a81a3b44-78ee-415d-8e61-b6c92f5974c8" providerId="ADAL" clId="{94EC9727-773F-4081-A467-B510B60F2121}" dt="2026-01-17T13:20:52.974" v="1374" actId="1035"/>
        <pc:sldMkLst>
          <pc:docMk/>
          <pc:sldMk cId="2882936955" sldId="348"/>
        </pc:sldMkLst>
      </pc:sldChg>
      <pc:sldChg chg="addSp delSp modSp add mod">
        <pc:chgData name="Mansi Kunjam" userId="a81a3b44-78ee-415d-8e61-b6c92f5974c8" providerId="ADAL" clId="{94EC9727-773F-4081-A467-B510B60F2121}" dt="2026-01-17T13:20:47.399" v="1373" actId="1035"/>
        <pc:sldMkLst>
          <pc:docMk/>
          <pc:sldMk cId="3279845586" sldId="349"/>
        </pc:sldMkLst>
      </pc:sldChg>
      <pc:sldChg chg="addSp delSp modSp add mod">
        <pc:chgData name="Mansi Kunjam" userId="a81a3b44-78ee-415d-8e61-b6c92f5974c8" providerId="ADAL" clId="{94EC9727-773F-4081-A467-B510B60F2121}" dt="2026-01-17T13:07:21.653" v="1016" actId="1076"/>
        <pc:sldMkLst>
          <pc:docMk/>
          <pc:sldMk cId="1274107890" sldId="350"/>
        </pc:sldMkLst>
      </pc:sldChg>
      <pc:sldChg chg="addSp delSp modSp add mod">
        <pc:chgData name="Mansi Kunjam" userId="a81a3b44-78ee-415d-8e61-b6c92f5974c8" providerId="ADAL" clId="{94EC9727-773F-4081-A467-B510B60F2121}" dt="2026-01-17T13:25:36.344" v="1535" actId="1076"/>
        <pc:sldMkLst>
          <pc:docMk/>
          <pc:sldMk cId="1795391546" sldId="352"/>
        </pc:sldMkLst>
        <pc:spChg chg="mod">
          <ac:chgData name="Mansi Kunjam" userId="a81a3b44-78ee-415d-8e61-b6c92f5974c8" providerId="ADAL" clId="{94EC9727-773F-4081-A467-B510B60F2121}" dt="2026-01-17T13:18:53.258" v="1295" actId="20577"/>
          <ac:spMkLst>
            <pc:docMk/>
            <pc:sldMk cId="1795391546" sldId="352"/>
            <ac:spMk id="2" creationId="{368D6A49-E8B8-3183-4BE5-59F0CC5F8C80}"/>
          </ac:spMkLst>
        </pc:spChg>
        <pc:spChg chg="add mod">
          <ac:chgData name="Mansi Kunjam" userId="a81a3b44-78ee-415d-8e61-b6c92f5974c8" providerId="ADAL" clId="{94EC9727-773F-4081-A467-B510B60F2121}" dt="2026-01-17T13:25:13.599" v="1532" actId="1076"/>
          <ac:spMkLst>
            <pc:docMk/>
            <pc:sldMk cId="1795391546" sldId="352"/>
            <ac:spMk id="3" creationId="{FA637F60-1460-4724-0FE2-D805F771C4FA}"/>
          </ac:spMkLst>
        </pc:spChg>
        <pc:spChg chg="add mod">
          <ac:chgData name="Mansi Kunjam" userId="a81a3b44-78ee-415d-8e61-b6c92f5974c8" providerId="ADAL" clId="{94EC9727-773F-4081-A467-B510B60F2121}" dt="2026-01-17T13:25:13.599" v="1532" actId="1076"/>
          <ac:spMkLst>
            <pc:docMk/>
            <pc:sldMk cId="1795391546" sldId="352"/>
            <ac:spMk id="4" creationId="{7B2621B9-69A7-59AF-EDFB-DF3E6852F7F4}"/>
          </ac:spMkLst>
        </pc:spChg>
        <pc:spChg chg="add del mod">
          <ac:chgData name="Mansi Kunjam" userId="a81a3b44-78ee-415d-8e61-b6c92f5974c8" providerId="ADAL" clId="{94EC9727-773F-4081-A467-B510B60F2121}" dt="2026-01-17T13:25:13.599" v="1532" actId="1076"/>
          <ac:spMkLst>
            <pc:docMk/>
            <pc:sldMk cId="1795391546" sldId="352"/>
            <ac:spMk id="5" creationId="{E5CB7D70-4B26-2638-24DF-4169BD0C464B}"/>
          </ac:spMkLst>
        </pc:spChg>
        <pc:spChg chg="add mod">
          <ac:chgData name="Mansi Kunjam" userId="a81a3b44-78ee-415d-8e61-b6c92f5974c8" providerId="ADAL" clId="{94EC9727-773F-4081-A467-B510B60F2121}" dt="2026-01-17T13:25:36.344" v="1535" actId="1076"/>
          <ac:spMkLst>
            <pc:docMk/>
            <pc:sldMk cId="1795391546" sldId="352"/>
            <ac:spMk id="40" creationId="{D66A6933-5B7C-5354-D249-1B2C1D95C61F}"/>
          </ac:spMkLst>
        </pc:spChg>
        <pc:spChg chg="add mod">
          <ac:chgData name="Mansi Kunjam" userId="a81a3b44-78ee-415d-8e61-b6c92f5974c8" providerId="ADAL" clId="{94EC9727-773F-4081-A467-B510B60F2121}" dt="2026-01-17T13:25:13.599" v="1532" actId="1076"/>
          <ac:spMkLst>
            <pc:docMk/>
            <pc:sldMk cId="1795391546" sldId="352"/>
            <ac:spMk id="49" creationId="{6A408292-A2D8-5DD7-DA06-B3B71F6D37C9}"/>
          </ac:spMkLst>
        </pc:spChg>
        <pc:spChg chg="add mod">
          <ac:chgData name="Mansi Kunjam" userId="a81a3b44-78ee-415d-8e61-b6c92f5974c8" providerId="ADAL" clId="{94EC9727-773F-4081-A467-B510B60F2121}" dt="2026-01-17T13:25:13.599" v="1532" actId="1076"/>
          <ac:spMkLst>
            <pc:docMk/>
            <pc:sldMk cId="1795391546" sldId="352"/>
            <ac:spMk id="56" creationId="{8D77801C-F9D4-6327-5C90-FD940AAE8108}"/>
          </ac:spMkLst>
        </pc:spChg>
        <pc:spChg chg="add mod">
          <ac:chgData name="Mansi Kunjam" userId="a81a3b44-78ee-415d-8e61-b6c92f5974c8" providerId="ADAL" clId="{94EC9727-773F-4081-A467-B510B60F2121}" dt="2026-01-17T13:25:13.599" v="1532" actId="1076"/>
          <ac:spMkLst>
            <pc:docMk/>
            <pc:sldMk cId="1795391546" sldId="352"/>
            <ac:spMk id="61" creationId="{B4A31B38-F959-21BC-F624-8CBD2261737D}"/>
          </ac:spMkLst>
        </pc:spChg>
      </pc:sldChg>
      <pc:sldChg chg="modSp add del mod">
        <pc:chgData name="Mansi Kunjam" userId="a81a3b44-78ee-415d-8e61-b6c92f5974c8" providerId="ADAL" clId="{94EC9727-773F-4081-A467-B510B60F2121}" dt="2026-01-23T08:51:50" v="2472" actId="47"/>
        <pc:sldMkLst>
          <pc:docMk/>
          <pc:sldMk cId="2875480154" sldId="353"/>
        </pc:sldMkLst>
        <pc:spChg chg="mod">
          <ac:chgData name="Mansi Kunjam" userId="a81a3b44-78ee-415d-8e61-b6c92f5974c8" providerId="ADAL" clId="{94EC9727-773F-4081-A467-B510B60F2121}" dt="2026-01-23T08:28:23.047" v="2468" actId="1037"/>
          <ac:spMkLst>
            <pc:docMk/>
            <pc:sldMk cId="2875480154" sldId="353"/>
            <ac:spMk id="4" creationId="{3A0B0A32-2024-F627-E1E2-C30DD7912087}"/>
          </ac:spMkLst>
        </pc:spChg>
      </pc:sldChg>
      <pc:sldChg chg="modSp add del mod">
        <pc:chgData name="Mansi Kunjam" userId="a81a3b44-78ee-415d-8e61-b6c92f5974c8" providerId="ADAL" clId="{94EC9727-773F-4081-A467-B510B60F2121}" dt="2026-01-23T07:06:16.011" v="2396" actId="47"/>
        <pc:sldMkLst>
          <pc:docMk/>
          <pc:sldMk cId="3179873321" sldId="353"/>
        </pc:sldMkLst>
        <pc:spChg chg="mod">
          <ac:chgData name="Mansi Kunjam" userId="a81a3b44-78ee-415d-8e61-b6c92f5974c8" providerId="ADAL" clId="{94EC9727-773F-4081-A467-B510B60F2121}" dt="2026-01-23T06:49:32.109" v="2392" actId="1035"/>
          <ac:spMkLst>
            <pc:docMk/>
            <pc:sldMk cId="3179873321" sldId="353"/>
            <ac:spMk id="3" creationId="{559DDB0D-872A-CCCE-1C5C-1612BCD86480}"/>
          </ac:spMkLst>
        </pc:spChg>
      </pc:sldChg>
      <pc:sldChg chg="modSp add del mod">
        <pc:chgData name="Mansi Kunjam" userId="a81a3b44-78ee-415d-8e61-b6c92f5974c8" providerId="ADAL" clId="{94EC9727-773F-4081-A467-B510B60F2121}" dt="2026-01-23T07:06:15.361" v="2395" actId="47"/>
        <pc:sldMkLst>
          <pc:docMk/>
          <pc:sldMk cId="1558083098" sldId="354"/>
        </pc:sldMkLst>
        <pc:spChg chg="mod">
          <ac:chgData name="Mansi Kunjam" userId="a81a3b44-78ee-415d-8e61-b6c92f5974c8" providerId="ADAL" clId="{94EC9727-773F-4081-A467-B510B60F2121}" dt="2026-01-23T06:46:40.469" v="2386" actId="14100"/>
          <ac:spMkLst>
            <pc:docMk/>
            <pc:sldMk cId="1558083098" sldId="354"/>
            <ac:spMk id="3" creationId="{A29000F0-250C-3623-0E7F-DDF321EBA297}"/>
          </ac:spMkLst>
        </pc:spChg>
      </pc:sldChg>
      <pc:sldChg chg="modSp add del mod">
        <pc:chgData name="Mansi Kunjam" userId="a81a3b44-78ee-415d-8e61-b6c92f5974c8" providerId="ADAL" clId="{94EC9727-773F-4081-A467-B510B60F2121}" dt="2026-01-23T08:51:51.667" v="2473" actId="47"/>
        <pc:sldMkLst>
          <pc:docMk/>
          <pc:sldMk cId="2466058084" sldId="354"/>
        </pc:sldMkLst>
        <pc:spChg chg="mod">
          <ac:chgData name="Mansi Kunjam" userId="a81a3b44-78ee-415d-8e61-b6c92f5974c8" providerId="ADAL" clId="{94EC9727-773F-4081-A467-B510B60F2121}" dt="2026-01-23T08:28:30.944" v="2469" actId="1076"/>
          <ac:spMkLst>
            <pc:docMk/>
            <pc:sldMk cId="2466058084" sldId="354"/>
            <ac:spMk id="4" creationId="{19D5A0D8-0D8F-DDAC-309D-3DA07AB59E5F}"/>
          </ac:spMkLst>
        </pc:spChg>
      </pc:sldChg>
      <pc:sldChg chg="modSp add del mod">
        <pc:chgData name="Mansi Kunjam" userId="a81a3b44-78ee-415d-8e61-b6c92f5974c8" providerId="ADAL" clId="{94EC9727-773F-4081-A467-B510B60F2121}" dt="2026-01-23T07:06:14.137" v="2394" actId="47"/>
        <pc:sldMkLst>
          <pc:docMk/>
          <pc:sldMk cId="701407961" sldId="355"/>
        </pc:sldMkLst>
        <pc:spChg chg="mod">
          <ac:chgData name="Mansi Kunjam" userId="a81a3b44-78ee-415d-8e61-b6c92f5974c8" providerId="ADAL" clId="{94EC9727-773F-4081-A467-B510B60F2121}" dt="2026-01-23T06:46:21.994" v="2383" actId="1035"/>
          <ac:spMkLst>
            <pc:docMk/>
            <pc:sldMk cId="701407961" sldId="355"/>
            <ac:spMk id="3" creationId="{8038620B-809A-B6E8-134E-0EE6DF53D70E}"/>
          </ac:spMkLst>
        </pc:spChg>
      </pc:sldChg>
      <pc:sldChg chg="modSp add del mod">
        <pc:chgData name="Mansi Kunjam" userId="a81a3b44-78ee-415d-8e61-b6c92f5974c8" providerId="ADAL" clId="{94EC9727-773F-4081-A467-B510B60F2121}" dt="2026-01-23T07:06:13.039" v="2393" actId="47"/>
        <pc:sldMkLst>
          <pc:docMk/>
          <pc:sldMk cId="2389380292" sldId="356"/>
        </pc:sldMkLst>
        <pc:spChg chg="mod">
          <ac:chgData name="Mansi Kunjam" userId="a81a3b44-78ee-415d-8e61-b6c92f5974c8" providerId="ADAL" clId="{94EC9727-773F-4081-A467-B510B60F2121}" dt="2026-01-23T06:46:00.911" v="2374" actId="14100"/>
          <ac:spMkLst>
            <pc:docMk/>
            <pc:sldMk cId="2389380292" sldId="356"/>
            <ac:spMk id="3" creationId="{22C8DFBB-36F0-A5E0-D87C-FDAD242005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3876C2-2F10-4066-B70A-231178B3D9C9}" type="datetimeFigureOut">
              <a:rPr lang="en-IN" smtClean="0"/>
              <a:t>23-01-2026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D3318B-1925-4B45-B030-D77E30CB9B18}" type="slidenum">
              <a:rPr lang="en-IN" smtClean="0"/>
              <a:t>‹#›</a:t>
            </a:fld>
            <a:endParaRPr lang="en-IN"/>
          </a:p>
        </p:txBody>
      </p:sp>
    </p:spTree>
    <p:extLst>
      <p:ext uri="{BB962C8B-B14F-4D97-AF65-F5344CB8AC3E}">
        <p14:creationId xmlns:p14="http://schemas.microsoft.com/office/powerpoint/2010/main" val="25429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p:cNvGrpSpPr/>
        <p:nvPr/>
      </p:nvGrpSpPr>
      <p:grpSpPr>
        <a:xfrm>
          <a:off x="0" y="0"/>
          <a:ext cx="0" cy="0"/>
          <a:chOff x="0" y="0"/>
          <a:chExt cx="0" cy="0"/>
        </a:xfrm>
      </p:grpSpPr>
      <p:sp>
        <p:nvSpPr>
          <p:cNvPr id="1941" name="Google Shape;19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2" name="Google Shape;19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a:t>
            </a:fld>
            <a:endParaRPr sz="1867"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C830AEDB-9636-3233-8CBB-D848A1FFC8C4}"/>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7C21FCC-D3CC-3C0F-642E-1793C1C4A5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2" name="Google Shape;1942;p1:notes">
            <a:extLst>
              <a:ext uri="{FF2B5EF4-FFF2-40B4-BE49-F238E27FC236}">
                <a16:creationId xmlns:a16="http://schemas.microsoft.com/office/drawing/2014/main" id="{54DD3769-8990-4226-22EE-B56B9FAC70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1A106711-AB31-DAE0-3D04-2E7C20B76F5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74202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0C83EB69-BFFB-6D2C-CCB8-28B131AA7E88}"/>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E1518655-0E74-8CEE-D8D2-03D45C17EB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2" name="Google Shape;1942;p1:notes">
            <a:extLst>
              <a:ext uri="{FF2B5EF4-FFF2-40B4-BE49-F238E27FC236}">
                <a16:creationId xmlns:a16="http://schemas.microsoft.com/office/drawing/2014/main" id="{DCCFA3A3-A239-65B3-50BD-08489C9F0D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EB04E751-97F4-4478-A48C-F09C5E0B0D3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58865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D3318B-1925-4B45-B030-D77E30CB9B18}" type="slidenum">
              <a:rPr lang="en-IN" smtClean="0"/>
              <a:t>7</a:t>
            </a:fld>
            <a:endParaRPr lang="en-IN"/>
          </a:p>
        </p:txBody>
      </p:sp>
    </p:spTree>
    <p:extLst>
      <p:ext uri="{BB962C8B-B14F-4D97-AF65-F5344CB8AC3E}">
        <p14:creationId xmlns:p14="http://schemas.microsoft.com/office/powerpoint/2010/main" val="1625982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DD1F-EDBD-F7EA-76B1-F139E7ED1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BDB41-4266-96A6-D254-B2733F035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45ED3-3C2B-C37E-F177-29BF495E38F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3F82FB-AA59-AF24-9BBD-3FFDD7397488}"/>
              </a:ext>
            </a:extLst>
          </p:cNvPr>
          <p:cNvSpPr>
            <a:spLocks noGrp="1"/>
          </p:cNvSpPr>
          <p:nvPr>
            <p:ph type="sldNum" sz="quarter" idx="5"/>
          </p:nvPr>
        </p:nvSpPr>
        <p:spPr/>
        <p:txBody>
          <a:bodyPr/>
          <a:lstStyle/>
          <a:p>
            <a:fld id="{47D3318B-1925-4B45-B030-D77E30CB9B18}" type="slidenum">
              <a:rPr lang="en-IN" smtClean="0"/>
              <a:t>8</a:t>
            </a:fld>
            <a:endParaRPr lang="en-IN"/>
          </a:p>
        </p:txBody>
      </p:sp>
    </p:spTree>
    <p:extLst>
      <p:ext uri="{BB962C8B-B14F-4D97-AF65-F5344CB8AC3E}">
        <p14:creationId xmlns:p14="http://schemas.microsoft.com/office/powerpoint/2010/main" val="1889071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5FF9BE9C-0F36-F48A-F9FE-1958E17E8373}"/>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432DDB0-D8A5-B5B0-94FC-8AFC08B902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2" name="Google Shape;1942;p1:notes">
            <a:extLst>
              <a:ext uri="{FF2B5EF4-FFF2-40B4-BE49-F238E27FC236}">
                <a16:creationId xmlns:a16="http://schemas.microsoft.com/office/drawing/2014/main" id="{A6334060-EDEA-9409-0642-AED66C29BB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AA41D52B-72E9-4FED-4252-EC2A7F6DD2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9</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83439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A378C-0BF4-A805-726C-F74499FC8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4F3C9-4EBD-C873-0E76-7B9CB5BA6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4A7D5-458A-B9D6-D132-42CDBE178E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8122BD-87D6-1CA7-1A74-7785B1A9ABBF}"/>
              </a:ext>
            </a:extLst>
          </p:cNvPr>
          <p:cNvSpPr>
            <a:spLocks noGrp="1"/>
          </p:cNvSpPr>
          <p:nvPr>
            <p:ph type="sldNum" sz="quarter" idx="5"/>
          </p:nvPr>
        </p:nvSpPr>
        <p:spPr/>
        <p:txBody>
          <a:bodyPr/>
          <a:lstStyle/>
          <a:p>
            <a:fld id="{47D3318B-1925-4B45-B030-D77E30CB9B18}" type="slidenum">
              <a:rPr lang="en-IN" smtClean="0"/>
              <a:t>10</a:t>
            </a:fld>
            <a:endParaRPr lang="en-IN"/>
          </a:p>
        </p:txBody>
      </p:sp>
    </p:spTree>
    <p:extLst>
      <p:ext uri="{BB962C8B-B14F-4D97-AF65-F5344CB8AC3E}">
        <p14:creationId xmlns:p14="http://schemas.microsoft.com/office/powerpoint/2010/main" val="1703870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E084-FADC-3699-ECF2-FA00E6C8F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F7E18-E444-3919-CE4F-EB8792321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D3DA9-7F45-A7A9-9DF3-BF6898C177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0D3641-278A-83C8-6A13-3BF1B0E488BC}"/>
              </a:ext>
            </a:extLst>
          </p:cNvPr>
          <p:cNvSpPr>
            <a:spLocks noGrp="1"/>
          </p:cNvSpPr>
          <p:nvPr>
            <p:ph type="sldNum" sz="quarter" idx="5"/>
          </p:nvPr>
        </p:nvSpPr>
        <p:spPr/>
        <p:txBody>
          <a:bodyPr/>
          <a:lstStyle/>
          <a:p>
            <a:fld id="{47D3318B-1925-4B45-B030-D77E30CB9B18}" type="slidenum">
              <a:rPr lang="en-IN" smtClean="0"/>
              <a:t>11</a:t>
            </a:fld>
            <a:endParaRPr lang="en-IN"/>
          </a:p>
        </p:txBody>
      </p:sp>
    </p:spTree>
    <p:extLst>
      <p:ext uri="{BB962C8B-B14F-4D97-AF65-F5344CB8AC3E}">
        <p14:creationId xmlns:p14="http://schemas.microsoft.com/office/powerpoint/2010/main" val="3645918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D05E8-0BDD-F5F6-67CE-F9566FE81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F98F2-0375-EE7A-F37A-AECD213A4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F9203-B5ED-EE17-9498-C111A7D117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06A756A-820F-B619-8881-E77D9C4C8B8C}"/>
              </a:ext>
            </a:extLst>
          </p:cNvPr>
          <p:cNvSpPr>
            <a:spLocks noGrp="1"/>
          </p:cNvSpPr>
          <p:nvPr>
            <p:ph type="sldNum" sz="quarter" idx="5"/>
          </p:nvPr>
        </p:nvSpPr>
        <p:spPr/>
        <p:txBody>
          <a:bodyPr/>
          <a:lstStyle/>
          <a:p>
            <a:fld id="{47D3318B-1925-4B45-B030-D77E30CB9B18}" type="slidenum">
              <a:rPr lang="en-IN" smtClean="0"/>
              <a:t>12</a:t>
            </a:fld>
            <a:endParaRPr lang="en-IN"/>
          </a:p>
        </p:txBody>
      </p:sp>
    </p:spTree>
    <p:extLst>
      <p:ext uri="{BB962C8B-B14F-4D97-AF65-F5344CB8AC3E}">
        <p14:creationId xmlns:p14="http://schemas.microsoft.com/office/powerpoint/2010/main" val="321537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CC9A4-3C41-8EA3-0296-BECF00491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EB145-8B8A-149A-24DD-E3F11480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4C7C7-EDFE-98D5-B2D6-528D580ECC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D042A5-7A1C-B48E-FA86-5459AAADAC5F}"/>
              </a:ext>
            </a:extLst>
          </p:cNvPr>
          <p:cNvSpPr>
            <a:spLocks noGrp="1"/>
          </p:cNvSpPr>
          <p:nvPr>
            <p:ph type="sldNum" sz="quarter" idx="5"/>
          </p:nvPr>
        </p:nvSpPr>
        <p:spPr/>
        <p:txBody>
          <a:bodyPr/>
          <a:lstStyle/>
          <a:p>
            <a:fld id="{47D3318B-1925-4B45-B030-D77E30CB9B18}" type="slidenum">
              <a:rPr lang="en-IN" smtClean="0"/>
              <a:t>13</a:t>
            </a:fld>
            <a:endParaRPr lang="en-IN"/>
          </a:p>
        </p:txBody>
      </p:sp>
    </p:spTree>
    <p:extLst>
      <p:ext uri="{BB962C8B-B14F-4D97-AF65-F5344CB8AC3E}">
        <p14:creationId xmlns:p14="http://schemas.microsoft.com/office/powerpoint/2010/main" val="609319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75170-6C71-A006-C9CE-910EA05E1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0E200-A763-636D-C1BF-D6C5FFF15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AFA45-AFF6-60EB-3294-AF559D4D25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603B6A-ECC1-1B91-8953-F40D1668E188}"/>
              </a:ext>
            </a:extLst>
          </p:cNvPr>
          <p:cNvSpPr>
            <a:spLocks noGrp="1"/>
          </p:cNvSpPr>
          <p:nvPr>
            <p:ph type="sldNum" sz="quarter" idx="5"/>
          </p:nvPr>
        </p:nvSpPr>
        <p:spPr/>
        <p:txBody>
          <a:bodyPr/>
          <a:lstStyle/>
          <a:p>
            <a:fld id="{47D3318B-1925-4B45-B030-D77E30CB9B18}" type="slidenum">
              <a:rPr lang="en-IN" smtClean="0"/>
              <a:t>14</a:t>
            </a:fld>
            <a:endParaRPr lang="en-IN"/>
          </a:p>
        </p:txBody>
      </p:sp>
    </p:spTree>
    <p:extLst>
      <p:ext uri="{BB962C8B-B14F-4D97-AF65-F5344CB8AC3E}">
        <p14:creationId xmlns:p14="http://schemas.microsoft.com/office/powerpoint/2010/main" val="1840847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ADFB-450A-A6B6-DEA3-ACC7A7264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5CBBB-0713-1B4E-1D0A-7E06216F1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6767E-EA9C-6B76-19FB-2C08AC9745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4CF66E0-E3EF-5252-A993-64EC0B6AB89D}"/>
              </a:ext>
            </a:extLst>
          </p:cNvPr>
          <p:cNvSpPr>
            <a:spLocks noGrp="1"/>
          </p:cNvSpPr>
          <p:nvPr>
            <p:ph type="sldNum" sz="quarter" idx="5"/>
          </p:nvPr>
        </p:nvSpPr>
        <p:spPr/>
        <p:txBody>
          <a:bodyPr/>
          <a:lstStyle/>
          <a:p>
            <a:fld id="{47D3318B-1925-4B45-B030-D77E30CB9B18}" type="slidenum">
              <a:rPr lang="en-IN" smtClean="0"/>
              <a:t>15</a:t>
            </a:fld>
            <a:endParaRPr lang="en-IN"/>
          </a:p>
        </p:txBody>
      </p:sp>
    </p:spTree>
    <p:extLst>
      <p:ext uri="{BB962C8B-B14F-4D97-AF65-F5344CB8AC3E}">
        <p14:creationId xmlns:p14="http://schemas.microsoft.com/office/powerpoint/2010/main" val="2076455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537B-0154-7153-DC66-8306FC018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1A013-BA1E-12C3-C2D0-94ADDB2C5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65160-54B0-7FFE-437B-A9184D4CDB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351EE3-E509-8EF6-B3E3-3EC1CFD49C9A}"/>
              </a:ext>
            </a:extLst>
          </p:cNvPr>
          <p:cNvSpPr>
            <a:spLocks noGrp="1"/>
          </p:cNvSpPr>
          <p:nvPr>
            <p:ph type="sldNum" sz="quarter" idx="5"/>
          </p:nvPr>
        </p:nvSpPr>
        <p:spPr/>
        <p:txBody>
          <a:bodyPr/>
          <a:lstStyle/>
          <a:p>
            <a:fld id="{47D3318B-1925-4B45-B030-D77E30CB9B18}" type="slidenum">
              <a:rPr lang="en-IN" smtClean="0"/>
              <a:t>16</a:t>
            </a:fld>
            <a:endParaRPr lang="en-IN"/>
          </a:p>
        </p:txBody>
      </p:sp>
    </p:spTree>
    <p:extLst>
      <p:ext uri="{BB962C8B-B14F-4D97-AF65-F5344CB8AC3E}">
        <p14:creationId xmlns:p14="http://schemas.microsoft.com/office/powerpoint/2010/main" val="2210804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B462F-87E2-3A89-6959-1C2C5E5A5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385EA-01DA-18DE-ABBD-65D4390F9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EF1D9-16AC-6983-4635-1019BE6BFA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8C920A-53E7-6D14-F3C4-71F4CBED11CB}"/>
              </a:ext>
            </a:extLst>
          </p:cNvPr>
          <p:cNvSpPr>
            <a:spLocks noGrp="1"/>
          </p:cNvSpPr>
          <p:nvPr>
            <p:ph type="sldNum" sz="quarter" idx="5"/>
          </p:nvPr>
        </p:nvSpPr>
        <p:spPr/>
        <p:txBody>
          <a:bodyPr/>
          <a:lstStyle/>
          <a:p>
            <a:fld id="{47D3318B-1925-4B45-B030-D77E30CB9B18}" type="slidenum">
              <a:rPr lang="en-IN" smtClean="0"/>
              <a:t>17</a:t>
            </a:fld>
            <a:endParaRPr lang="en-IN"/>
          </a:p>
        </p:txBody>
      </p:sp>
    </p:spTree>
    <p:extLst>
      <p:ext uri="{BB962C8B-B14F-4D97-AF65-F5344CB8AC3E}">
        <p14:creationId xmlns:p14="http://schemas.microsoft.com/office/powerpoint/2010/main" val="2086824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647C4-153E-D370-9ABD-4A442805E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53C74-C1C7-1571-920C-5BF8FC30D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A7050-EFEF-E2D0-9651-53587A8C41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3B70C3-151F-6D8B-3CA5-6167B8A84ABC}"/>
              </a:ext>
            </a:extLst>
          </p:cNvPr>
          <p:cNvSpPr>
            <a:spLocks noGrp="1"/>
          </p:cNvSpPr>
          <p:nvPr>
            <p:ph type="sldNum" sz="quarter" idx="5"/>
          </p:nvPr>
        </p:nvSpPr>
        <p:spPr/>
        <p:txBody>
          <a:bodyPr/>
          <a:lstStyle/>
          <a:p>
            <a:fld id="{47D3318B-1925-4B45-B030-D77E30CB9B18}" type="slidenum">
              <a:rPr lang="en-IN" smtClean="0"/>
              <a:t>18</a:t>
            </a:fld>
            <a:endParaRPr lang="en-IN"/>
          </a:p>
        </p:txBody>
      </p:sp>
    </p:spTree>
    <p:extLst>
      <p:ext uri="{BB962C8B-B14F-4D97-AF65-F5344CB8AC3E}">
        <p14:creationId xmlns:p14="http://schemas.microsoft.com/office/powerpoint/2010/main" val="2498007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010A-F245-8D70-BC44-F7A157BDA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B055C-23BE-40AC-C35E-C46AE9287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BF74B-0758-9E8C-79B4-8DA4179E1A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521965-1383-C545-EAD6-DFD16746924F}"/>
              </a:ext>
            </a:extLst>
          </p:cNvPr>
          <p:cNvSpPr>
            <a:spLocks noGrp="1"/>
          </p:cNvSpPr>
          <p:nvPr>
            <p:ph type="sldNum" sz="quarter" idx="5"/>
          </p:nvPr>
        </p:nvSpPr>
        <p:spPr/>
        <p:txBody>
          <a:bodyPr/>
          <a:lstStyle/>
          <a:p>
            <a:fld id="{47D3318B-1925-4B45-B030-D77E30CB9B18}" type="slidenum">
              <a:rPr lang="en-IN" smtClean="0"/>
              <a:t>19</a:t>
            </a:fld>
            <a:endParaRPr lang="en-IN"/>
          </a:p>
        </p:txBody>
      </p:sp>
    </p:spTree>
    <p:extLst>
      <p:ext uri="{BB962C8B-B14F-4D97-AF65-F5344CB8AC3E}">
        <p14:creationId xmlns:p14="http://schemas.microsoft.com/office/powerpoint/2010/main" val="3785231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04C6-985F-E591-779A-C76E9FD96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9864B8-0087-5FCF-FC0C-E3334C0E7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958B2-BC68-0A47-7518-D862AA42F4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A7E3D3-0793-F1B8-60A4-2BB744F3EAFB}"/>
              </a:ext>
            </a:extLst>
          </p:cNvPr>
          <p:cNvSpPr>
            <a:spLocks noGrp="1"/>
          </p:cNvSpPr>
          <p:nvPr>
            <p:ph type="sldNum" sz="quarter" idx="5"/>
          </p:nvPr>
        </p:nvSpPr>
        <p:spPr/>
        <p:txBody>
          <a:bodyPr/>
          <a:lstStyle/>
          <a:p>
            <a:fld id="{47D3318B-1925-4B45-B030-D77E30CB9B18}" type="slidenum">
              <a:rPr lang="en-IN" smtClean="0"/>
              <a:t>20</a:t>
            </a:fld>
            <a:endParaRPr lang="en-IN"/>
          </a:p>
        </p:txBody>
      </p:sp>
    </p:spTree>
    <p:extLst>
      <p:ext uri="{BB962C8B-B14F-4D97-AF65-F5344CB8AC3E}">
        <p14:creationId xmlns:p14="http://schemas.microsoft.com/office/powerpoint/2010/main" val="1801839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DC81-A665-9C68-43F0-50A8B8A0B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1F066-DEC0-393F-366C-E8D8DC807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BA8FC-FF3D-7B51-6EA5-549C97504D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5A8889-0BEC-0211-EA5F-6F841ADA2C9E}"/>
              </a:ext>
            </a:extLst>
          </p:cNvPr>
          <p:cNvSpPr>
            <a:spLocks noGrp="1"/>
          </p:cNvSpPr>
          <p:nvPr>
            <p:ph type="sldNum" sz="quarter" idx="5"/>
          </p:nvPr>
        </p:nvSpPr>
        <p:spPr/>
        <p:txBody>
          <a:bodyPr/>
          <a:lstStyle/>
          <a:p>
            <a:fld id="{47D3318B-1925-4B45-B030-D77E30CB9B18}" type="slidenum">
              <a:rPr lang="en-IN" smtClean="0"/>
              <a:t>21</a:t>
            </a:fld>
            <a:endParaRPr lang="en-IN"/>
          </a:p>
        </p:txBody>
      </p:sp>
    </p:spTree>
    <p:extLst>
      <p:ext uri="{BB962C8B-B14F-4D97-AF65-F5344CB8AC3E}">
        <p14:creationId xmlns:p14="http://schemas.microsoft.com/office/powerpoint/2010/main" val="1379278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78D61-5D34-75E6-A9B7-4E86D6C8C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7B54C-5FC6-740B-7B75-D53C06EA55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AAF4E-3601-B6F9-0D54-9DA8AAC991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988077-867E-7403-D1D4-CF21C0D18CF3}"/>
              </a:ext>
            </a:extLst>
          </p:cNvPr>
          <p:cNvSpPr>
            <a:spLocks noGrp="1"/>
          </p:cNvSpPr>
          <p:nvPr>
            <p:ph type="sldNum" sz="quarter" idx="5"/>
          </p:nvPr>
        </p:nvSpPr>
        <p:spPr/>
        <p:txBody>
          <a:bodyPr/>
          <a:lstStyle/>
          <a:p>
            <a:fld id="{47D3318B-1925-4B45-B030-D77E30CB9B18}" type="slidenum">
              <a:rPr lang="en-IN" smtClean="0"/>
              <a:t>23</a:t>
            </a:fld>
            <a:endParaRPr lang="en-IN"/>
          </a:p>
        </p:txBody>
      </p:sp>
    </p:spTree>
    <p:extLst>
      <p:ext uri="{BB962C8B-B14F-4D97-AF65-F5344CB8AC3E}">
        <p14:creationId xmlns:p14="http://schemas.microsoft.com/office/powerpoint/2010/main" val="2264679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7122A769-01AE-FF8E-CD03-666609574F67}"/>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97293FA-73B0-98B6-FEEA-F84B22312F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2" name="Google Shape;1942;p1:notes">
            <a:extLst>
              <a:ext uri="{FF2B5EF4-FFF2-40B4-BE49-F238E27FC236}">
                <a16:creationId xmlns:a16="http://schemas.microsoft.com/office/drawing/2014/main" id="{9ACB90CD-67FB-C520-095B-F5430566B9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C6739AD9-03EB-0853-A06A-03020B29048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24</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45510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3D404-61AF-546A-C281-3FB4A48C9B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C39E07-D3CF-A695-8A21-D1ADF04364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930FB8-3FBF-0E95-3F11-6F05619322AA}"/>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23E04782-1988-40EB-27D8-229916EA2B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5CA0B5-7154-5048-6EF4-8F904BB3FE8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262428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E144-DD73-FF76-88A6-E42EBC2303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E21C33-DE83-6B89-CBC0-30554B851A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EC6F8E-61DC-3F8F-7345-C2FD72FF22BA}"/>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98EA0283-3BBF-8F78-0049-D62C846560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9F871A-7109-1873-361F-0884ECB6A442}"/>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47011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9E5B-4D8A-275E-9314-1372DD0BD5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8A2808-29BF-0EAC-AB30-0AD36449F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6D24FE-E5CA-FCB4-1DE7-4C959EEA4341}"/>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7448E5A8-B4FB-5F43-31EE-56111379E0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0F673-3F99-1331-6257-361880BFE24F}"/>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754332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0CDF-E4FE-05FB-4D9B-2D9818EA16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DC84D5-902B-4DC4-6604-EE4FD5677D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0A5595-6323-4DF5-3775-6D046E586E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6DB613-B793-D250-56E1-1E3A1903C388}"/>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6" name="Footer Placeholder 5">
            <a:extLst>
              <a:ext uri="{FF2B5EF4-FFF2-40B4-BE49-F238E27FC236}">
                <a16:creationId xmlns:a16="http://schemas.microsoft.com/office/drawing/2014/main" id="{9C8C7F62-CEC9-379B-F9B3-9E4368E2B8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4E5BE5-C057-EA2E-ADD3-F5573124BBA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1332194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C9F25-ADAC-5FA3-71E8-75B5C575E3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304CE0-57AC-842D-34AC-D7A38D31AF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4A842D-7B7A-DC77-F2F6-B9775CC04F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4F94D7-D9AE-28FA-7513-67F6C308F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A1874-DE0A-95D4-5D17-875C9535C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729333-714F-A4AA-97BC-84E4AD79A8A3}"/>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8" name="Footer Placeholder 7">
            <a:extLst>
              <a:ext uri="{FF2B5EF4-FFF2-40B4-BE49-F238E27FC236}">
                <a16:creationId xmlns:a16="http://schemas.microsoft.com/office/drawing/2014/main" id="{D22AFCC5-112D-7DCB-D07A-06A548B87D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9424D1-40DB-99C5-87D5-C362E8309D50}"/>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77837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090F-BE0D-760E-FBC1-E9779AE46D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7FF64E-7474-5BDF-8A73-C82ACB422381}"/>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4" name="Footer Placeholder 3">
            <a:extLst>
              <a:ext uri="{FF2B5EF4-FFF2-40B4-BE49-F238E27FC236}">
                <a16:creationId xmlns:a16="http://schemas.microsoft.com/office/drawing/2014/main" id="{464EDB10-EF2E-9EF2-AE41-3ACF486245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D1B0E9A-01A4-75CE-AAB3-DB1A1D01E28A}"/>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54000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401ED-8147-E16E-C0FF-81FAC1A5CDBF}"/>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3" name="Footer Placeholder 2">
            <a:extLst>
              <a:ext uri="{FF2B5EF4-FFF2-40B4-BE49-F238E27FC236}">
                <a16:creationId xmlns:a16="http://schemas.microsoft.com/office/drawing/2014/main" id="{4F3DE6DE-E3BF-E45C-3D66-DBB7E6341B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765769-327E-D33F-9351-8677BE18E6BF}"/>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83934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1602-AFB9-C601-9752-63BAB0B0B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3E34EF-3FEC-6EC8-F76A-1EDDC9EC9D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537403-9A29-6E46-116C-9CBD9E8C9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C27735-9B8E-8341-EB9B-04E4F19D369D}"/>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6" name="Footer Placeholder 5">
            <a:extLst>
              <a:ext uri="{FF2B5EF4-FFF2-40B4-BE49-F238E27FC236}">
                <a16:creationId xmlns:a16="http://schemas.microsoft.com/office/drawing/2014/main" id="{C2FA6E99-0BBD-541B-7977-2C17F1219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3C5DD5-5DAF-2844-FECB-7DFED086FDF9}"/>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4016677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4DEB7-D1E3-182C-56DA-641A8F8E1A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7ED986-EB5D-F07F-9A78-8FACCE919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19A13C-7322-1698-C71A-A1B74A83F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27CA71-F3AE-D5CE-BA96-452201596847}"/>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6" name="Footer Placeholder 5">
            <a:extLst>
              <a:ext uri="{FF2B5EF4-FFF2-40B4-BE49-F238E27FC236}">
                <a16:creationId xmlns:a16="http://schemas.microsoft.com/office/drawing/2014/main" id="{DF0DA1DF-9F84-B02D-4E89-0ED6CA39C1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776418-1764-88DE-0407-E00E968B4BF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72322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1EB8-1381-2A08-D7B1-EAFBDDE9F7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77C860-6C4B-DEDA-CA84-C03C8FDE29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552F05-168A-7768-8B64-999D3D21C90D}"/>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C07793CD-981B-B16A-7E3C-8E9415AAD1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D7541-8E49-1323-27B6-84776D3EDF9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2379699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20B9DF-56EB-E5B2-96F1-D8146E885F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D4EFC8-0355-02BC-385B-418823862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C5963D-7AE9-7404-3A2D-236DFE788E59}"/>
              </a:ext>
            </a:extLst>
          </p:cNvPr>
          <p:cNvSpPr>
            <a:spLocks noGrp="1"/>
          </p:cNvSpPr>
          <p:nvPr>
            <p:ph type="dt" sz="half" idx="10"/>
          </p:nvPr>
        </p:nvSpPr>
        <p:spPr/>
        <p:txBody>
          <a:body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82164181-5561-525B-9920-D7E7C8DF8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900FF-79E3-30C5-FD88-316E5726212D}"/>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894283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2"/>
        <p:cNvGrpSpPr/>
        <p:nvPr/>
      </p:nvGrpSpPr>
      <p:grpSpPr>
        <a:xfrm>
          <a:off x="0" y="0"/>
          <a:ext cx="0" cy="0"/>
          <a:chOff x="0" y="0"/>
          <a:chExt cx="0" cy="0"/>
        </a:xfrm>
      </p:grpSpPr>
      <p:graphicFrame>
        <p:nvGraphicFramePr>
          <p:cNvPr id="13" name="Google Shape;13;p43"/>
          <p:cNvGraphicFramePr/>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r:id="rId2" imgW="1588" imgH="1588" progId="TCLayout.ActiveDocument.1">
                  <p:embed/>
                </p:oleObj>
              </mc:Choice>
              <mc:Fallback>
                <p:oleObj r:id="rId2" imgW="1588" imgH="1588" progId="TCLayout.ActiveDocument.1">
                  <p:embed/>
                  <p:pic>
                    <p:nvPicPr>
                      <p:cNvPr id="13" name="Google Shape;13;p43"/>
                      <p:cNvPicPr preferRelativeResize="0"/>
                      <p:nvPr/>
                    </p:nvPicPr>
                    <p:blipFill rotWithShape="1">
                      <a:blip r:embed="rId3">
                        <a:alphaModFix/>
                      </a:blip>
                      <a:srcRect/>
                      <a:stretch/>
                    </p:blipFill>
                    <p:spPr>
                      <a:xfrm>
                        <a:off x="1589" y="1588"/>
                        <a:ext cx="1588" cy="158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706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61EAF-80CC-2044-030E-F11E3A4BE4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AB8E8A-1D03-1684-D50F-EA901BB03D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E98A3-29BD-053C-2033-DEEB69D8D7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72D4A0-07CE-45B1-AA4B-6944D432F5E6}" type="datetimeFigureOut">
              <a:rPr lang="en-IN" smtClean="0"/>
              <a:t>23-01-2026</a:t>
            </a:fld>
            <a:endParaRPr lang="en-IN"/>
          </a:p>
        </p:txBody>
      </p:sp>
      <p:sp>
        <p:nvSpPr>
          <p:cNvPr id="5" name="Footer Placeholder 4">
            <a:extLst>
              <a:ext uri="{FF2B5EF4-FFF2-40B4-BE49-F238E27FC236}">
                <a16:creationId xmlns:a16="http://schemas.microsoft.com/office/drawing/2014/main" id="{F311F727-4595-2ADD-2AFB-A514A27977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445708-0710-D929-AB51-3BFDD250B2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5565B5-5326-4B1A-8017-7F30BD04878E}" type="slidenum">
              <a:rPr lang="en-IN" smtClean="0"/>
              <a:t>‹#›</a:t>
            </a:fld>
            <a:endParaRPr lang="en-IN"/>
          </a:p>
        </p:txBody>
      </p:sp>
    </p:spTree>
    <p:extLst>
      <p:ext uri="{BB962C8B-B14F-4D97-AF65-F5344CB8AC3E}">
        <p14:creationId xmlns:p14="http://schemas.microsoft.com/office/powerpoint/2010/main" val="1770453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4"/>
        <p:cNvGrpSpPr/>
        <p:nvPr/>
      </p:nvGrpSpPr>
      <p:grpSpPr>
        <a:xfrm>
          <a:off x="0" y="0"/>
          <a:ext cx="0" cy="0"/>
          <a:chOff x="0" y="0"/>
          <a:chExt cx="0" cy="0"/>
        </a:xfrm>
      </p:grpSpPr>
      <p:sp>
        <p:nvSpPr>
          <p:cNvPr id="1946" name="Google Shape;1946;p1"/>
          <p:cNvSpPr txBox="1"/>
          <p:nvPr/>
        </p:nvSpPr>
        <p:spPr>
          <a:xfrm>
            <a:off x="1590261" y="2277382"/>
            <a:ext cx="8537713" cy="1477328"/>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dirty="0">
                <a:solidFill>
                  <a:srgbClr val="FF0000"/>
                </a:solidFill>
                <a:latin typeface="Lato"/>
                <a:ea typeface="Lato"/>
                <a:cs typeface="Lato"/>
                <a:sym typeface="Lato"/>
              </a:rPr>
              <a:t>MODULE 4:</a:t>
            </a:r>
          </a:p>
          <a:p>
            <a:pPr lvl="0" algn="ctr">
              <a:buClr>
                <a:schemeClr val="accent1"/>
              </a:buClr>
              <a:buSzPts val="4800"/>
            </a:pPr>
            <a:r>
              <a:rPr lang="en-GB" sz="4800" b="1" dirty="0">
                <a:solidFill>
                  <a:srgbClr val="FF0000"/>
                </a:solidFill>
                <a:latin typeface="Lato"/>
                <a:ea typeface="Lato"/>
                <a:cs typeface="Lato"/>
                <a:sym typeface="Lato"/>
              </a:rPr>
              <a:t>Ethical &amp; Responsible GenAI</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BD39538A-CB67-E945-866E-3633638B16D0}"/>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7184D15D-C550-D6B1-FDD2-6774BD5E795F}"/>
              </a:ext>
            </a:extLst>
          </p:cNvPr>
          <p:cNvSpPr txBox="1"/>
          <p:nvPr/>
        </p:nvSpPr>
        <p:spPr>
          <a:xfrm>
            <a:off x="1113183" y="2277382"/>
            <a:ext cx="9790043" cy="1477328"/>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dirty="0">
                <a:solidFill>
                  <a:srgbClr val="FF0000"/>
                </a:solidFill>
                <a:latin typeface="Lato"/>
                <a:ea typeface="Lato"/>
                <a:cs typeface="Lato"/>
                <a:sym typeface="Lato"/>
              </a:rPr>
              <a:t>SESSION 1:</a:t>
            </a:r>
          </a:p>
          <a:p>
            <a:pPr lvl="0" algn="ctr">
              <a:buClr>
                <a:schemeClr val="accent1"/>
              </a:buClr>
              <a:buSzPts val="4800"/>
            </a:pPr>
            <a:r>
              <a:rPr lang="en-GB" sz="4800" b="1" dirty="0">
                <a:solidFill>
                  <a:srgbClr val="FF0000"/>
                </a:solidFill>
                <a:latin typeface="Lato"/>
                <a:ea typeface="Lato"/>
                <a:cs typeface="Lato"/>
                <a:sym typeface="Lato"/>
              </a:rPr>
              <a:t>Responsible AI Metrics</a:t>
            </a:r>
            <a:endParaRPr lang="en-GB" sz="4800" b="1" i="0" u="none" strike="noStrike" cap="none" dirty="0">
              <a:solidFill>
                <a:srgbClr val="FF0000"/>
              </a:solidFill>
              <a:latin typeface="Lato"/>
              <a:ea typeface="Lato"/>
              <a:cs typeface="Lato"/>
              <a:sym typeface="Lato"/>
            </a:endParaRPr>
          </a:p>
        </p:txBody>
      </p:sp>
    </p:spTree>
    <p:extLst>
      <p:ext uri="{BB962C8B-B14F-4D97-AF65-F5344CB8AC3E}">
        <p14:creationId xmlns:p14="http://schemas.microsoft.com/office/powerpoint/2010/main" val="1973384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73C58895-EDA0-1488-B58E-C04F84CA97DA}"/>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C78682A6-01F8-5267-7E0E-25DA48ADE87E}"/>
              </a:ext>
            </a:extLst>
          </p:cNvPr>
          <p:cNvSpPr txBox="1"/>
          <p:nvPr/>
        </p:nvSpPr>
        <p:spPr>
          <a:xfrm>
            <a:off x="1113183" y="2646714"/>
            <a:ext cx="9790043"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dirty="0">
                <a:solidFill>
                  <a:srgbClr val="FF0000"/>
                </a:solidFill>
                <a:latin typeface="Lato"/>
                <a:ea typeface="Lato"/>
                <a:cs typeface="Lato"/>
                <a:sym typeface="Lato"/>
              </a:rPr>
              <a:t>Responsible Gen AI Output</a:t>
            </a:r>
          </a:p>
        </p:txBody>
      </p:sp>
    </p:spTree>
    <p:extLst>
      <p:ext uri="{BB962C8B-B14F-4D97-AF65-F5344CB8AC3E}">
        <p14:creationId xmlns:p14="http://schemas.microsoft.com/office/powerpoint/2010/main" val="2854655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B9050F-5EC5-182F-EA0E-E3BB0435EF02}"/>
              </a:ext>
            </a:extLst>
          </p:cNvPr>
          <p:cNvSpPr txBox="1"/>
          <p:nvPr/>
        </p:nvSpPr>
        <p:spPr>
          <a:xfrm>
            <a:off x="2297723" y="281354"/>
            <a:ext cx="7596554" cy="461665"/>
          </a:xfrm>
          <a:prstGeom prst="rect">
            <a:avLst/>
          </a:prstGeom>
          <a:noFill/>
        </p:spPr>
        <p:txBody>
          <a:bodyPr wrap="square" rtlCol="0">
            <a:spAutoFit/>
          </a:bodyPr>
          <a:lstStyle/>
          <a:p>
            <a:pPr algn="ctr"/>
            <a:r>
              <a:rPr lang="en-GB" sz="2400" dirty="0"/>
              <a:t>Defining Responsible Output in GenAI Systems</a:t>
            </a:r>
            <a:endParaRPr lang="en-IN" sz="2400" dirty="0"/>
          </a:p>
        </p:txBody>
      </p:sp>
      <p:grpSp>
        <p:nvGrpSpPr>
          <p:cNvPr id="8" name="Group 7">
            <a:extLst>
              <a:ext uri="{FF2B5EF4-FFF2-40B4-BE49-F238E27FC236}">
                <a16:creationId xmlns:a16="http://schemas.microsoft.com/office/drawing/2014/main" id="{BBD2B7A3-8042-7A77-B266-0C5D6D54979A}"/>
              </a:ext>
            </a:extLst>
          </p:cNvPr>
          <p:cNvGrpSpPr/>
          <p:nvPr/>
        </p:nvGrpSpPr>
        <p:grpSpPr>
          <a:xfrm>
            <a:off x="1290934" y="1653061"/>
            <a:ext cx="9740202" cy="3758084"/>
            <a:chOff x="1290934" y="1653061"/>
            <a:chExt cx="9740202" cy="3758084"/>
          </a:xfrm>
        </p:grpSpPr>
        <p:sp>
          <p:nvSpPr>
            <p:cNvPr id="3" name="Rectangle 2">
              <a:extLst>
                <a:ext uri="{FF2B5EF4-FFF2-40B4-BE49-F238E27FC236}">
                  <a16:creationId xmlns:a16="http://schemas.microsoft.com/office/drawing/2014/main" id="{EB1AF3B2-CFDB-70B2-2906-B92191DCFDB9}"/>
                </a:ext>
              </a:extLst>
            </p:cNvPr>
            <p:cNvSpPr/>
            <p:nvPr/>
          </p:nvSpPr>
          <p:spPr>
            <a:xfrm>
              <a:off x="1290934"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Accurate</a:t>
              </a:r>
            </a:p>
            <a:p>
              <a:pPr marL="285750" indent="-285750">
                <a:buFont typeface="Courier New" panose="02070309020205020404" pitchFamily="49" charset="0"/>
                <a:buChar char="o"/>
              </a:pPr>
              <a:r>
                <a:rPr lang="en-IN" dirty="0">
                  <a:solidFill>
                    <a:schemeClr val="tx1"/>
                  </a:solidFill>
                </a:rPr>
                <a:t>Verified</a:t>
              </a:r>
            </a:p>
          </p:txBody>
        </p:sp>
        <p:sp>
          <p:nvSpPr>
            <p:cNvPr id="4" name="Rectangle 3">
              <a:extLst>
                <a:ext uri="{FF2B5EF4-FFF2-40B4-BE49-F238E27FC236}">
                  <a16:creationId xmlns:a16="http://schemas.microsoft.com/office/drawing/2014/main" id="{118528C5-4F58-3D3E-1C74-92D87BBECEC4}"/>
                </a:ext>
              </a:extLst>
            </p:cNvPr>
            <p:cNvSpPr/>
            <p:nvPr/>
          </p:nvSpPr>
          <p:spPr>
            <a:xfrm>
              <a:off x="3958213"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 typeface="Courier New" panose="02070309020205020404" pitchFamily="49" charset="0"/>
                <a:buChar char="o"/>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On topic</a:t>
              </a:r>
            </a:p>
            <a:p>
              <a:pPr marL="285750" indent="-285750">
                <a:buFont typeface="Courier New" panose="02070309020205020404" pitchFamily="49" charset="0"/>
                <a:buChar char="o"/>
              </a:pPr>
              <a:r>
                <a:rPr lang="en-IN" dirty="0">
                  <a:solidFill>
                    <a:schemeClr val="tx1"/>
                  </a:solidFill>
                </a:rPr>
                <a:t>Helpful</a:t>
              </a:r>
            </a:p>
          </p:txBody>
        </p:sp>
        <p:sp>
          <p:nvSpPr>
            <p:cNvPr id="5" name="Rectangle 4">
              <a:extLst>
                <a:ext uri="{FF2B5EF4-FFF2-40B4-BE49-F238E27FC236}">
                  <a16:creationId xmlns:a16="http://schemas.microsoft.com/office/drawing/2014/main" id="{647E16CC-4306-F748-E129-A50B1CE0611D}"/>
                </a:ext>
              </a:extLst>
            </p:cNvPr>
            <p:cNvSpPr/>
            <p:nvPr/>
          </p:nvSpPr>
          <p:spPr>
            <a:xfrm>
              <a:off x="6625492"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Grounded</a:t>
              </a:r>
            </a:p>
            <a:p>
              <a:pPr marL="285750" indent="-285750">
                <a:buFont typeface="Courier New" panose="02070309020205020404" pitchFamily="49" charset="0"/>
                <a:buChar char="o"/>
              </a:pPr>
              <a:r>
                <a:rPr lang="en-IN" dirty="0">
                  <a:solidFill>
                    <a:schemeClr val="tx1"/>
                  </a:solidFill>
                </a:rPr>
                <a:t>Bounded</a:t>
              </a:r>
            </a:p>
          </p:txBody>
        </p:sp>
        <p:sp>
          <p:nvSpPr>
            <p:cNvPr id="6" name="Rectangle 5">
              <a:extLst>
                <a:ext uri="{FF2B5EF4-FFF2-40B4-BE49-F238E27FC236}">
                  <a16:creationId xmlns:a16="http://schemas.microsoft.com/office/drawing/2014/main" id="{50C6839D-61C7-7B12-3D90-88A16E8C2E8F}"/>
                </a:ext>
              </a:extLst>
            </p:cNvPr>
            <p:cNvSpPr/>
            <p:nvPr/>
          </p:nvSpPr>
          <p:spPr>
            <a:xfrm>
              <a:off x="9292771"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Safe</a:t>
              </a:r>
            </a:p>
            <a:p>
              <a:pPr marL="285750" indent="-285750">
                <a:buFont typeface="Courier New" panose="02070309020205020404" pitchFamily="49" charset="0"/>
                <a:buChar char="o"/>
              </a:pPr>
              <a:r>
                <a:rPr lang="en-IN" dirty="0">
                  <a:solidFill>
                    <a:schemeClr val="tx1"/>
                  </a:solidFill>
                </a:rPr>
                <a:t>Transparent</a:t>
              </a:r>
            </a:p>
          </p:txBody>
        </p:sp>
        <p:sp>
          <p:nvSpPr>
            <p:cNvPr id="7" name="Rectangle 6">
              <a:extLst>
                <a:ext uri="{FF2B5EF4-FFF2-40B4-BE49-F238E27FC236}">
                  <a16:creationId xmlns:a16="http://schemas.microsoft.com/office/drawing/2014/main" id="{C2A41CD4-65E2-D6D9-75F7-173914A2E816}"/>
                </a:ext>
              </a:extLst>
            </p:cNvPr>
            <p:cNvSpPr/>
            <p:nvPr/>
          </p:nvSpPr>
          <p:spPr>
            <a:xfrm>
              <a:off x="2857919" y="4679005"/>
              <a:ext cx="6476161" cy="732140"/>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Responsible Output in Gen AI</a:t>
              </a:r>
            </a:p>
          </p:txBody>
        </p:sp>
        <p:cxnSp>
          <p:nvCxnSpPr>
            <p:cNvPr id="13" name="Connector: Elbow 12">
              <a:extLst>
                <a:ext uri="{FF2B5EF4-FFF2-40B4-BE49-F238E27FC236}">
                  <a16:creationId xmlns:a16="http://schemas.microsoft.com/office/drawing/2014/main" id="{B585FECE-A845-C4C4-D695-9FFCED54ABA6}"/>
                </a:ext>
              </a:extLst>
            </p:cNvPr>
            <p:cNvCxnSpPr>
              <a:cxnSpLocks/>
              <a:stCxn id="3" idx="2"/>
              <a:endCxn id="7" idx="0"/>
            </p:cNvCxnSpPr>
            <p:nvPr/>
          </p:nvCxnSpPr>
          <p:spPr>
            <a:xfrm rot="16200000" flipH="1">
              <a:off x="3425235" y="2008239"/>
              <a:ext cx="1405647" cy="393588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DB1EB636-A66E-E53A-0170-4873D704F018}"/>
                </a:ext>
              </a:extLst>
            </p:cNvPr>
            <p:cNvCxnSpPr>
              <a:cxnSpLocks/>
              <a:stCxn id="4" idx="2"/>
              <a:endCxn id="7" idx="0"/>
            </p:cNvCxnSpPr>
            <p:nvPr/>
          </p:nvCxnSpPr>
          <p:spPr>
            <a:xfrm rot="16200000" flipH="1">
              <a:off x="4758875" y="3341879"/>
              <a:ext cx="1405647" cy="12686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121C4A47-3A44-8BDD-08AE-7F72311EA38E}"/>
                </a:ext>
              </a:extLst>
            </p:cNvPr>
            <p:cNvCxnSpPr>
              <a:cxnSpLocks/>
              <a:stCxn id="5" idx="2"/>
              <a:endCxn id="7" idx="0"/>
            </p:cNvCxnSpPr>
            <p:nvPr/>
          </p:nvCxnSpPr>
          <p:spPr>
            <a:xfrm rot="5400000">
              <a:off x="6092515" y="3276844"/>
              <a:ext cx="1405647" cy="139867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9A362AD7-44D5-6C71-AD87-51B3B7FF3D93}"/>
                </a:ext>
              </a:extLst>
            </p:cNvPr>
            <p:cNvCxnSpPr>
              <a:cxnSpLocks/>
              <a:stCxn id="6" idx="2"/>
              <a:endCxn id="7" idx="0"/>
            </p:cNvCxnSpPr>
            <p:nvPr/>
          </p:nvCxnSpPr>
          <p:spPr>
            <a:xfrm rot="5400000">
              <a:off x="7426154" y="1943204"/>
              <a:ext cx="1405647" cy="4065954"/>
            </a:xfrm>
            <a:prstGeom prst="bentConnector3">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85921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4063-94E4-0E33-5C12-ABAFE1455A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5A4B8D-3106-1F3B-84C9-766F4C3703BA}"/>
              </a:ext>
            </a:extLst>
          </p:cNvPr>
          <p:cNvSpPr txBox="1"/>
          <p:nvPr/>
        </p:nvSpPr>
        <p:spPr>
          <a:xfrm>
            <a:off x="2297723" y="281354"/>
            <a:ext cx="7596554" cy="461665"/>
          </a:xfrm>
          <a:prstGeom prst="rect">
            <a:avLst/>
          </a:prstGeom>
          <a:noFill/>
        </p:spPr>
        <p:txBody>
          <a:bodyPr wrap="square" rtlCol="0">
            <a:spAutoFit/>
          </a:bodyPr>
          <a:lstStyle/>
          <a:p>
            <a:pPr algn="ctr"/>
            <a:r>
              <a:rPr lang="en-GB" sz="2400" dirty="0"/>
              <a:t>Defining Responsible Output in GenAI Systems</a:t>
            </a:r>
            <a:endParaRPr lang="en-IN" sz="2400" dirty="0"/>
          </a:p>
        </p:txBody>
      </p:sp>
      <p:graphicFrame>
        <p:nvGraphicFramePr>
          <p:cNvPr id="34" name="Table 33">
            <a:extLst>
              <a:ext uri="{FF2B5EF4-FFF2-40B4-BE49-F238E27FC236}">
                <a16:creationId xmlns:a16="http://schemas.microsoft.com/office/drawing/2014/main" id="{AB052EAB-70D6-9E34-04D5-C91A94E6705A}"/>
              </a:ext>
            </a:extLst>
          </p:cNvPr>
          <p:cNvGraphicFramePr>
            <a:graphicFrameLocks noGrp="1"/>
          </p:cNvGraphicFramePr>
          <p:nvPr>
            <p:extLst>
              <p:ext uri="{D42A27DB-BD31-4B8C-83A1-F6EECF244321}">
                <p14:modId xmlns:p14="http://schemas.microsoft.com/office/powerpoint/2010/main" val="2323209295"/>
              </p:ext>
            </p:extLst>
          </p:nvPr>
        </p:nvGraphicFramePr>
        <p:xfrm>
          <a:off x="2171698" y="1197819"/>
          <a:ext cx="7848600" cy="2261935"/>
        </p:xfrm>
        <a:graphic>
          <a:graphicData uri="http://schemas.openxmlformats.org/drawingml/2006/table">
            <a:tbl>
              <a:tblPr firstRow="1" bandRow="1">
                <a:tableStyleId>{00A15C55-8517-42AA-B614-E9B94910E393}</a:tableStyleId>
              </a:tblPr>
              <a:tblGrid>
                <a:gridCol w="2197913">
                  <a:extLst>
                    <a:ext uri="{9D8B030D-6E8A-4147-A177-3AD203B41FA5}">
                      <a16:colId xmlns:a16="http://schemas.microsoft.com/office/drawing/2014/main" val="2692899183"/>
                    </a:ext>
                  </a:extLst>
                </a:gridCol>
                <a:gridCol w="5650687">
                  <a:extLst>
                    <a:ext uri="{9D8B030D-6E8A-4147-A177-3AD203B41FA5}">
                      <a16:colId xmlns:a16="http://schemas.microsoft.com/office/drawing/2014/main" val="2036540913"/>
                    </a:ext>
                  </a:extLst>
                </a:gridCol>
              </a:tblGrid>
              <a:tr h="4523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mn-lt"/>
                          <a:ea typeface="+mn-ea"/>
                          <a:cs typeface="+mn-cs"/>
                        </a:rPr>
                        <a:t>Attribute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441229645"/>
                  </a:ext>
                </a:extLst>
              </a:tr>
              <a:tr h="452387">
                <a:tc>
                  <a:txBody>
                    <a:bodyPr/>
                    <a:lstStyle/>
                    <a:p>
                      <a:pPr algn="ctr"/>
                      <a:r>
                        <a:rPr lang="en-IN" dirty="0"/>
                        <a:t>Factuality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Contains accurate, verifiable, correct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9718978"/>
                  </a:ext>
                </a:extLst>
              </a:tr>
              <a:tr h="452387">
                <a:tc>
                  <a:txBody>
                    <a:bodyPr/>
                    <a:lstStyle/>
                    <a:p>
                      <a:pPr algn="ctr"/>
                      <a:r>
                        <a:rPr lang="en-IN" dirty="0"/>
                        <a:t>Relevancy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Directly addresses the user's intent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3003329"/>
                  </a:ext>
                </a:extLst>
              </a:tr>
              <a:tr h="452387">
                <a:tc>
                  <a:txBody>
                    <a:bodyPr/>
                    <a:lstStyle/>
                    <a:p>
                      <a:pPr algn="ctr"/>
                      <a:r>
                        <a:rPr lang="en-IN" dirty="0"/>
                        <a:t>Alignment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800" b="0" kern="1200" dirty="0">
                          <a:solidFill>
                            <a:schemeClr val="dk1"/>
                          </a:solidFill>
                          <a:effectLst/>
                          <a:latin typeface="+mn-lt"/>
                          <a:ea typeface="+mn-ea"/>
                          <a:cs typeface="+mn-cs"/>
                        </a:rPr>
                        <a:t>Stays within the bounds of the provided 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568269"/>
                  </a:ext>
                </a:extLst>
              </a:tr>
              <a:tr h="452387">
                <a:tc>
                  <a:txBody>
                    <a:bodyPr/>
                    <a:lstStyle/>
                    <a:p>
                      <a:pPr algn="ctr"/>
                      <a:r>
                        <a:rPr lang="en-IN" dirty="0"/>
                        <a:t>Reliability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Free from harmful, biased, or misleading content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0276033"/>
                  </a:ext>
                </a:extLst>
              </a:tr>
            </a:tbl>
          </a:graphicData>
        </a:graphic>
      </p:graphicFrame>
      <p:grpSp>
        <p:nvGrpSpPr>
          <p:cNvPr id="3" name="Group 2">
            <a:extLst>
              <a:ext uri="{FF2B5EF4-FFF2-40B4-BE49-F238E27FC236}">
                <a16:creationId xmlns:a16="http://schemas.microsoft.com/office/drawing/2014/main" id="{14F2A60C-D2EF-23D6-7945-05CD0ECCB542}"/>
              </a:ext>
            </a:extLst>
          </p:cNvPr>
          <p:cNvGrpSpPr/>
          <p:nvPr/>
        </p:nvGrpSpPr>
        <p:grpSpPr>
          <a:xfrm>
            <a:off x="3381375" y="4094245"/>
            <a:ext cx="5578370" cy="2152316"/>
            <a:chOff x="1290934" y="1653061"/>
            <a:chExt cx="9740202" cy="3758084"/>
          </a:xfrm>
        </p:grpSpPr>
        <p:sp>
          <p:nvSpPr>
            <p:cNvPr id="5" name="Rectangle 4">
              <a:extLst>
                <a:ext uri="{FF2B5EF4-FFF2-40B4-BE49-F238E27FC236}">
                  <a16:creationId xmlns:a16="http://schemas.microsoft.com/office/drawing/2014/main" id="{687402D0-56FC-B0A2-146A-16305B38EBE5}"/>
                </a:ext>
              </a:extLst>
            </p:cNvPr>
            <p:cNvSpPr/>
            <p:nvPr/>
          </p:nvSpPr>
          <p:spPr>
            <a:xfrm>
              <a:off x="1290934"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dirty="0">
                  <a:solidFill>
                    <a:schemeClr val="tx1"/>
                  </a:solidFill>
                </a:rPr>
                <a:t>Factuality</a:t>
              </a:r>
            </a:p>
            <a:p>
              <a:pPr marL="285750" indent="-285750">
                <a:buFontTx/>
                <a:buChar char="-"/>
              </a:pPr>
              <a:endParaRPr lang="en-IN" sz="700" dirty="0">
                <a:solidFill>
                  <a:schemeClr val="tx1"/>
                </a:solidFill>
              </a:endParaRPr>
            </a:p>
            <a:p>
              <a:pPr marL="285750" indent="-285750">
                <a:buFont typeface="Courier New" panose="02070309020205020404" pitchFamily="49" charset="0"/>
                <a:buChar char="o"/>
              </a:pPr>
              <a:r>
                <a:rPr lang="en-IN" sz="1050" dirty="0">
                  <a:solidFill>
                    <a:schemeClr val="tx1"/>
                  </a:solidFill>
                </a:rPr>
                <a:t>Accurate</a:t>
              </a:r>
            </a:p>
            <a:p>
              <a:pPr marL="285750" indent="-285750">
                <a:buFont typeface="Courier New" panose="02070309020205020404" pitchFamily="49" charset="0"/>
                <a:buChar char="o"/>
              </a:pPr>
              <a:r>
                <a:rPr lang="en-IN" sz="1050" dirty="0">
                  <a:solidFill>
                    <a:schemeClr val="tx1"/>
                  </a:solidFill>
                </a:rPr>
                <a:t>Verified</a:t>
              </a:r>
            </a:p>
          </p:txBody>
        </p:sp>
        <p:sp>
          <p:nvSpPr>
            <p:cNvPr id="6" name="Rectangle 5">
              <a:extLst>
                <a:ext uri="{FF2B5EF4-FFF2-40B4-BE49-F238E27FC236}">
                  <a16:creationId xmlns:a16="http://schemas.microsoft.com/office/drawing/2014/main" id="{0F1D0417-24CF-2DF0-B873-477986C46CA0}"/>
                </a:ext>
              </a:extLst>
            </p:cNvPr>
            <p:cNvSpPr/>
            <p:nvPr/>
          </p:nvSpPr>
          <p:spPr>
            <a:xfrm>
              <a:off x="3958213"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dirty="0">
                  <a:solidFill>
                    <a:schemeClr val="tx1"/>
                  </a:solidFill>
                </a:rPr>
                <a:t>Relevancy</a:t>
              </a:r>
            </a:p>
            <a:p>
              <a:pPr marL="285750" indent="-285750">
                <a:buFont typeface="Courier New" panose="02070309020205020404" pitchFamily="49" charset="0"/>
                <a:buChar char="o"/>
              </a:pPr>
              <a:endParaRPr lang="en-IN" sz="700" dirty="0">
                <a:solidFill>
                  <a:schemeClr val="tx1"/>
                </a:solidFill>
              </a:endParaRPr>
            </a:p>
            <a:p>
              <a:pPr marL="285750" indent="-285750">
                <a:buFont typeface="Courier New" panose="02070309020205020404" pitchFamily="49" charset="0"/>
                <a:buChar char="o"/>
              </a:pPr>
              <a:r>
                <a:rPr lang="en-IN" sz="1050" dirty="0">
                  <a:solidFill>
                    <a:schemeClr val="tx1"/>
                  </a:solidFill>
                </a:rPr>
                <a:t>On topic</a:t>
              </a:r>
            </a:p>
            <a:p>
              <a:pPr marL="285750" indent="-285750">
                <a:buFont typeface="Courier New" panose="02070309020205020404" pitchFamily="49" charset="0"/>
                <a:buChar char="o"/>
              </a:pPr>
              <a:r>
                <a:rPr lang="en-IN" sz="1050" dirty="0">
                  <a:solidFill>
                    <a:schemeClr val="tx1"/>
                  </a:solidFill>
                </a:rPr>
                <a:t>Helpful</a:t>
              </a:r>
            </a:p>
          </p:txBody>
        </p:sp>
        <p:sp>
          <p:nvSpPr>
            <p:cNvPr id="7" name="Rectangle 6">
              <a:extLst>
                <a:ext uri="{FF2B5EF4-FFF2-40B4-BE49-F238E27FC236}">
                  <a16:creationId xmlns:a16="http://schemas.microsoft.com/office/drawing/2014/main" id="{C2C2465A-B12C-D7CA-0F01-E09BE7B537BE}"/>
                </a:ext>
              </a:extLst>
            </p:cNvPr>
            <p:cNvSpPr/>
            <p:nvPr/>
          </p:nvSpPr>
          <p:spPr>
            <a:xfrm>
              <a:off x="6625492"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dirty="0">
                  <a:solidFill>
                    <a:schemeClr val="tx1"/>
                  </a:solidFill>
                </a:rPr>
                <a:t>Alignment</a:t>
              </a:r>
            </a:p>
            <a:p>
              <a:pPr marL="285750" indent="-285750">
                <a:buFontTx/>
                <a:buChar char="-"/>
              </a:pPr>
              <a:endParaRPr lang="en-IN" sz="700" dirty="0">
                <a:solidFill>
                  <a:schemeClr val="tx1"/>
                </a:solidFill>
              </a:endParaRPr>
            </a:p>
            <a:p>
              <a:pPr marL="285750" indent="-285750">
                <a:buFont typeface="Courier New" panose="02070309020205020404" pitchFamily="49" charset="0"/>
                <a:buChar char="o"/>
              </a:pPr>
              <a:r>
                <a:rPr lang="en-IN" sz="1050" dirty="0">
                  <a:solidFill>
                    <a:schemeClr val="tx1"/>
                  </a:solidFill>
                </a:rPr>
                <a:t>Grounded</a:t>
              </a:r>
            </a:p>
            <a:p>
              <a:pPr marL="285750" indent="-285750">
                <a:buFont typeface="Courier New" panose="02070309020205020404" pitchFamily="49" charset="0"/>
                <a:buChar char="o"/>
              </a:pPr>
              <a:r>
                <a:rPr lang="en-IN" sz="1050" dirty="0">
                  <a:solidFill>
                    <a:schemeClr val="tx1"/>
                  </a:solidFill>
                </a:rPr>
                <a:t>Bounded</a:t>
              </a:r>
            </a:p>
          </p:txBody>
        </p:sp>
        <p:sp>
          <p:nvSpPr>
            <p:cNvPr id="8" name="Rectangle 7">
              <a:extLst>
                <a:ext uri="{FF2B5EF4-FFF2-40B4-BE49-F238E27FC236}">
                  <a16:creationId xmlns:a16="http://schemas.microsoft.com/office/drawing/2014/main" id="{60328658-910B-CD7D-DDF5-9FB8217C40AA}"/>
                </a:ext>
              </a:extLst>
            </p:cNvPr>
            <p:cNvSpPr/>
            <p:nvPr/>
          </p:nvSpPr>
          <p:spPr>
            <a:xfrm>
              <a:off x="9292771" y="1653061"/>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dirty="0">
                  <a:solidFill>
                    <a:schemeClr val="tx1"/>
                  </a:solidFill>
                </a:rPr>
                <a:t>Reliability</a:t>
              </a:r>
            </a:p>
            <a:p>
              <a:pPr marL="285750" indent="-285750">
                <a:buFontTx/>
                <a:buChar char="-"/>
              </a:pPr>
              <a:endParaRPr lang="en-IN" sz="700" dirty="0">
                <a:solidFill>
                  <a:schemeClr val="tx1"/>
                </a:solidFill>
              </a:endParaRPr>
            </a:p>
            <a:p>
              <a:pPr marL="285750" indent="-285750">
                <a:buFont typeface="Courier New" panose="02070309020205020404" pitchFamily="49" charset="0"/>
                <a:buChar char="o"/>
              </a:pPr>
              <a:r>
                <a:rPr lang="en-IN" sz="1050" dirty="0">
                  <a:solidFill>
                    <a:schemeClr val="tx1"/>
                  </a:solidFill>
                </a:rPr>
                <a:t>Safe</a:t>
              </a:r>
            </a:p>
            <a:p>
              <a:pPr marL="285750" indent="-285750">
                <a:buFont typeface="Courier New" panose="02070309020205020404" pitchFamily="49" charset="0"/>
                <a:buChar char="o"/>
              </a:pPr>
              <a:r>
                <a:rPr lang="en-IN" sz="1050" dirty="0">
                  <a:solidFill>
                    <a:schemeClr val="tx1"/>
                  </a:solidFill>
                </a:rPr>
                <a:t>Transparent</a:t>
              </a:r>
            </a:p>
          </p:txBody>
        </p:sp>
        <p:sp>
          <p:nvSpPr>
            <p:cNvPr id="9" name="Rectangle 8">
              <a:extLst>
                <a:ext uri="{FF2B5EF4-FFF2-40B4-BE49-F238E27FC236}">
                  <a16:creationId xmlns:a16="http://schemas.microsoft.com/office/drawing/2014/main" id="{999D7DA3-F96A-FA27-29A0-E958DCA90DD8}"/>
                </a:ext>
              </a:extLst>
            </p:cNvPr>
            <p:cNvSpPr/>
            <p:nvPr/>
          </p:nvSpPr>
          <p:spPr>
            <a:xfrm>
              <a:off x="2857919" y="4679005"/>
              <a:ext cx="6476161" cy="732140"/>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Responsible Output in Gen AI</a:t>
              </a:r>
            </a:p>
          </p:txBody>
        </p:sp>
        <p:cxnSp>
          <p:nvCxnSpPr>
            <p:cNvPr id="10" name="Connector: Elbow 9">
              <a:extLst>
                <a:ext uri="{FF2B5EF4-FFF2-40B4-BE49-F238E27FC236}">
                  <a16:creationId xmlns:a16="http://schemas.microsoft.com/office/drawing/2014/main" id="{B9C34F17-1CC8-D7F8-29E3-AC554B3DFFC3}"/>
                </a:ext>
              </a:extLst>
            </p:cNvPr>
            <p:cNvCxnSpPr>
              <a:cxnSpLocks/>
              <a:stCxn id="5" idx="2"/>
              <a:endCxn id="9" idx="0"/>
            </p:cNvCxnSpPr>
            <p:nvPr/>
          </p:nvCxnSpPr>
          <p:spPr>
            <a:xfrm rot="16200000" flipH="1">
              <a:off x="3425235" y="2008239"/>
              <a:ext cx="1405647" cy="393588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99E8EA05-996F-4220-8826-A6E85E54DC8C}"/>
                </a:ext>
              </a:extLst>
            </p:cNvPr>
            <p:cNvCxnSpPr>
              <a:cxnSpLocks/>
              <a:stCxn id="6" idx="2"/>
              <a:endCxn id="9" idx="0"/>
            </p:cNvCxnSpPr>
            <p:nvPr/>
          </p:nvCxnSpPr>
          <p:spPr>
            <a:xfrm rot="16200000" flipH="1">
              <a:off x="4758875" y="3341879"/>
              <a:ext cx="1405647" cy="12686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1B30523F-88E1-6087-7682-7EA7976AEB81}"/>
                </a:ext>
              </a:extLst>
            </p:cNvPr>
            <p:cNvCxnSpPr>
              <a:cxnSpLocks/>
              <a:stCxn id="7" idx="2"/>
              <a:endCxn id="9" idx="0"/>
            </p:cNvCxnSpPr>
            <p:nvPr/>
          </p:nvCxnSpPr>
          <p:spPr>
            <a:xfrm rot="5400000">
              <a:off x="6092515" y="3276844"/>
              <a:ext cx="1405647" cy="139867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DEFD5922-EAF4-1278-A7A0-942C7D1EB120}"/>
                </a:ext>
              </a:extLst>
            </p:cNvPr>
            <p:cNvCxnSpPr>
              <a:cxnSpLocks/>
              <a:stCxn id="8" idx="2"/>
              <a:endCxn id="9" idx="0"/>
            </p:cNvCxnSpPr>
            <p:nvPr/>
          </p:nvCxnSpPr>
          <p:spPr>
            <a:xfrm rot="5400000">
              <a:off x="7426154" y="1943204"/>
              <a:ext cx="1405647" cy="4065954"/>
            </a:xfrm>
            <a:prstGeom prst="bentConnector3">
              <a:avLst/>
            </a:prstGeom>
          </p:spPr>
          <p:style>
            <a:lnRef idx="2">
              <a:schemeClr val="accent1"/>
            </a:lnRef>
            <a:fillRef idx="0">
              <a:schemeClr val="accent1"/>
            </a:fillRef>
            <a:effectRef idx="1">
              <a:schemeClr val="accent1"/>
            </a:effectRef>
            <a:fontRef idx="minor">
              <a:schemeClr val="tx1"/>
            </a:fontRef>
          </p:style>
        </p:cxnSp>
      </p:grpSp>
      <p:pic>
        <p:nvPicPr>
          <p:cNvPr id="15" name="Picture 14">
            <a:extLst>
              <a:ext uri="{FF2B5EF4-FFF2-40B4-BE49-F238E27FC236}">
                <a16:creationId xmlns:a16="http://schemas.microsoft.com/office/drawing/2014/main" id="{D0DFA392-FA7E-E311-22D3-59CDF17B9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4728" y="3729475"/>
            <a:ext cx="6605535" cy="2737354"/>
          </a:xfrm>
          <a:prstGeom prst="rect">
            <a:avLst/>
          </a:prstGeom>
        </p:spPr>
      </p:pic>
      <p:sp>
        <p:nvSpPr>
          <p:cNvPr id="16" name="Rectangle 15">
            <a:extLst>
              <a:ext uri="{FF2B5EF4-FFF2-40B4-BE49-F238E27FC236}">
                <a16:creationId xmlns:a16="http://schemas.microsoft.com/office/drawing/2014/main" id="{874D7C53-76FD-3AEF-92D3-B5866EF4CA54}"/>
              </a:ext>
            </a:extLst>
          </p:cNvPr>
          <p:cNvSpPr/>
          <p:nvPr/>
        </p:nvSpPr>
        <p:spPr>
          <a:xfrm>
            <a:off x="2094842" y="2941425"/>
            <a:ext cx="8028874" cy="5714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18469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D56C-D089-6AE9-740E-FC53FC9DB9D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F544786-73A8-02D5-5943-A273DD6FA80B}"/>
              </a:ext>
            </a:extLst>
          </p:cNvPr>
          <p:cNvSpPr/>
          <p:nvPr/>
        </p:nvSpPr>
        <p:spPr>
          <a:xfrm>
            <a:off x="845265" y="1518815"/>
            <a:ext cx="10359951" cy="3820369"/>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1"/>
                </a:solidFill>
              </a:rPr>
              <a:t>Modern LLMs are remarkably fluent as they produce grammatically correct, coherent, and natural-sounding text. However, fluency does not equal correctness. This creates a critical challenge:</a:t>
            </a: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IN" dirty="0">
              <a:solidFill>
                <a:schemeClr val="tx1"/>
              </a:solidFill>
            </a:endParaRPr>
          </a:p>
        </p:txBody>
      </p:sp>
      <p:sp>
        <p:nvSpPr>
          <p:cNvPr id="2" name="TextBox 1">
            <a:extLst>
              <a:ext uri="{FF2B5EF4-FFF2-40B4-BE49-F238E27FC236}">
                <a16:creationId xmlns:a16="http://schemas.microsoft.com/office/drawing/2014/main" id="{BF07D1B8-4B85-FBB3-D38F-A5D5752EFF1D}"/>
              </a:ext>
            </a:extLst>
          </p:cNvPr>
          <p:cNvSpPr txBox="1"/>
          <p:nvPr/>
        </p:nvSpPr>
        <p:spPr>
          <a:xfrm>
            <a:off x="2297723" y="281354"/>
            <a:ext cx="7596554" cy="461665"/>
          </a:xfrm>
          <a:prstGeom prst="rect">
            <a:avLst/>
          </a:prstGeom>
          <a:noFill/>
        </p:spPr>
        <p:txBody>
          <a:bodyPr wrap="square" rtlCol="0">
            <a:spAutoFit/>
          </a:bodyPr>
          <a:lstStyle/>
          <a:p>
            <a:pPr algn="ctr"/>
            <a:r>
              <a:rPr lang="en-GB" sz="2400" dirty="0"/>
              <a:t>The Responsibility Challenge</a:t>
            </a:r>
            <a:endParaRPr lang="en-IN" sz="2400" dirty="0"/>
          </a:p>
        </p:txBody>
      </p:sp>
      <p:sp>
        <p:nvSpPr>
          <p:cNvPr id="11" name="TextBox 10">
            <a:extLst>
              <a:ext uri="{FF2B5EF4-FFF2-40B4-BE49-F238E27FC236}">
                <a16:creationId xmlns:a16="http://schemas.microsoft.com/office/drawing/2014/main" id="{34656B2A-3CB9-0A04-9028-72917949B2CB}"/>
              </a:ext>
            </a:extLst>
          </p:cNvPr>
          <p:cNvSpPr txBox="1"/>
          <p:nvPr/>
        </p:nvSpPr>
        <p:spPr>
          <a:xfrm>
            <a:off x="1377291" y="3120094"/>
            <a:ext cx="9295898" cy="1200329"/>
          </a:xfrm>
          <a:prstGeom prst="rect">
            <a:avLst/>
          </a:prstGeom>
          <a:noFill/>
        </p:spPr>
        <p:txBody>
          <a:bodyPr wrap="square">
            <a:spAutoFit/>
          </a:bodyPr>
          <a:lstStyle/>
          <a:p>
            <a:r>
              <a:rPr lang="en-GB" sz="2400" b="1" i="1" dirty="0"/>
              <a:t>“An LLM can confidently present false information in perfectly polished prose, making it difficult for users to distinguish accurate responses from hallucinations.”</a:t>
            </a:r>
            <a:endParaRPr lang="en-IN" sz="2400" b="1" i="1" dirty="0"/>
          </a:p>
        </p:txBody>
      </p:sp>
    </p:spTree>
    <p:extLst>
      <p:ext uri="{BB962C8B-B14F-4D97-AF65-F5344CB8AC3E}">
        <p14:creationId xmlns:p14="http://schemas.microsoft.com/office/powerpoint/2010/main" val="517108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91CF4-7873-94EB-3F39-12F7470BDC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8FBDC4-0084-B85E-2C9C-FFD8672C0A59}"/>
              </a:ext>
            </a:extLst>
          </p:cNvPr>
          <p:cNvSpPr txBox="1"/>
          <p:nvPr/>
        </p:nvSpPr>
        <p:spPr>
          <a:xfrm>
            <a:off x="2297723" y="281354"/>
            <a:ext cx="7596554" cy="461665"/>
          </a:xfrm>
          <a:prstGeom prst="rect">
            <a:avLst/>
          </a:prstGeom>
          <a:noFill/>
        </p:spPr>
        <p:txBody>
          <a:bodyPr wrap="square" rtlCol="0">
            <a:spAutoFit/>
          </a:bodyPr>
          <a:lstStyle/>
          <a:p>
            <a:pPr algn="ctr"/>
            <a:r>
              <a:rPr lang="en-GB" sz="2400" dirty="0"/>
              <a:t>The Fluency-Factuality Gap</a:t>
            </a:r>
            <a:endParaRPr lang="en-IN" sz="2400" dirty="0"/>
          </a:p>
        </p:txBody>
      </p:sp>
      <p:sp>
        <p:nvSpPr>
          <p:cNvPr id="9" name="Rectangle 8">
            <a:extLst>
              <a:ext uri="{FF2B5EF4-FFF2-40B4-BE49-F238E27FC236}">
                <a16:creationId xmlns:a16="http://schemas.microsoft.com/office/drawing/2014/main" id="{C259D365-D04E-FE10-D475-D903FA7FD3F7}"/>
              </a:ext>
            </a:extLst>
          </p:cNvPr>
          <p:cNvSpPr/>
          <p:nvPr/>
        </p:nvSpPr>
        <p:spPr>
          <a:xfrm>
            <a:off x="6228954" y="2751860"/>
            <a:ext cx="1768510" cy="861774"/>
          </a:xfrm>
          <a:prstGeom prst="rect">
            <a:avLst/>
          </a:prstGeom>
          <a:solidFill>
            <a:schemeClr val="accent2">
              <a:lumMod val="40000"/>
              <a:lumOff val="6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DANGER ZONE</a:t>
            </a:r>
            <a:br>
              <a:rPr lang="en-GB" sz="1400" dirty="0">
                <a:solidFill>
                  <a:schemeClr val="tx1"/>
                </a:solidFill>
              </a:rPr>
            </a:br>
            <a:r>
              <a:rPr lang="en-GB" sz="1400" dirty="0">
                <a:solidFill>
                  <a:schemeClr val="tx1"/>
                </a:solidFill>
              </a:rPr>
              <a:t>Fluent but Incorrect (Hallucination)</a:t>
            </a:r>
            <a:endParaRPr lang="en-IN" sz="1400" dirty="0">
              <a:solidFill>
                <a:schemeClr val="tx1"/>
              </a:solidFill>
            </a:endParaRPr>
          </a:p>
        </p:txBody>
      </p:sp>
      <p:sp>
        <p:nvSpPr>
          <p:cNvPr id="23" name="TextBox 22">
            <a:extLst>
              <a:ext uri="{FF2B5EF4-FFF2-40B4-BE49-F238E27FC236}">
                <a16:creationId xmlns:a16="http://schemas.microsoft.com/office/drawing/2014/main" id="{851F4C04-5BB4-75E7-37CE-AB30D62EA4C9}"/>
              </a:ext>
            </a:extLst>
          </p:cNvPr>
          <p:cNvSpPr txBox="1"/>
          <p:nvPr/>
        </p:nvSpPr>
        <p:spPr>
          <a:xfrm>
            <a:off x="7232269" y="1114855"/>
            <a:ext cx="2110321" cy="523220"/>
          </a:xfrm>
          <a:prstGeom prst="rect">
            <a:avLst/>
          </a:prstGeom>
          <a:noFill/>
        </p:spPr>
        <p:txBody>
          <a:bodyPr wrap="square" rtlCol="0">
            <a:spAutoFit/>
          </a:bodyPr>
          <a:lstStyle/>
          <a:p>
            <a:pPr algn="ctr"/>
            <a:r>
              <a:rPr lang="en-GB" sz="1400" i="1" dirty="0"/>
              <a:t>Fluency Axis </a:t>
            </a:r>
          </a:p>
          <a:p>
            <a:pPr algn="ctr"/>
            <a:r>
              <a:rPr lang="en-GB" sz="1400" i="1" dirty="0"/>
              <a:t>(How well it is written?)</a:t>
            </a:r>
            <a:endParaRPr lang="en-IN" sz="1400" i="1" dirty="0"/>
          </a:p>
        </p:txBody>
      </p:sp>
      <p:sp>
        <p:nvSpPr>
          <p:cNvPr id="24" name="TextBox 23">
            <a:extLst>
              <a:ext uri="{FF2B5EF4-FFF2-40B4-BE49-F238E27FC236}">
                <a16:creationId xmlns:a16="http://schemas.microsoft.com/office/drawing/2014/main" id="{82772892-4E87-D98F-947C-FBE691DD9742}"/>
              </a:ext>
            </a:extLst>
          </p:cNvPr>
          <p:cNvSpPr txBox="1"/>
          <p:nvPr/>
        </p:nvSpPr>
        <p:spPr>
          <a:xfrm>
            <a:off x="10611532" y="3641820"/>
            <a:ext cx="1502591" cy="523220"/>
          </a:xfrm>
          <a:prstGeom prst="rect">
            <a:avLst/>
          </a:prstGeom>
          <a:noFill/>
        </p:spPr>
        <p:txBody>
          <a:bodyPr wrap="square" rtlCol="0">
            <a:spAutoFit/>
          </a:bodyPr>
          <a:lstStyle/>
          <a:p>
            <a:pPr algn="ctr"/>
            <a:r>
              <a:rPr lang="en-GB" sz="1400" i="1" dirty="0"/>
              <a:t>Factuality Axis </a:t>
            </a:r>
          </a:p>
          <a:p>
            <a:pPr algn="ctr"/>
            <a:r>
              <a:rPr lang="en-GB" sz="1400" i="1" dirty="0"/>
              <a:t>(How accurate?)</a:t>
            </a:r>
            <a:endParaRPr lang="en-IN" sz="1400" i="1" dirty="0"/>
          </a:p>
        </p:txBody>
      </p:sp>
      <p:sp>
        <p:nvSpPr>
          <p:cNvPr id="25" name="TextBox 24">
            <a:extLst>
              <a:ext uri="{FF2B5EF4-FFF2-40B4-BE49-F238E27FC236}">
                <a16:creationId xmlns:a16="http://schemas.microsoft.com/office/drawing/2014/main" id="{543A7C50-490C-FBDA-B729-F52B9091E8B5}"/>
              </a:ext>
            </a:extLst>
          </p:cNvPr>
          <p:cNvSpPr txBox="1"/>
          <p:nvPr/>
        </p:nvSpPr>
        <p:spPr>
          <a:xfrm>
            <a:off x="8178449" y="1671319"/>
            <a:ext cx="559770" cy="307777"/>
          </a:xfrm>
          <a:prstGeom prst="rect">
            <a:avLst/>
          </a:prstGeom>
          <a:noFill/>
        </p:spPr>
        <p:txBody>
          <a:bodyPr wrap="square" rtlCol="0">
            <a:spAutoFit/>
          </a:bodyPr>
          <a:lstStyle/>
          <a:p>
            <a:pPr algn="ctr"/>
            <a:r>
              <a:rPr lang="en-GB" sz="1400" b="1" dirty="0"/>
              <a:t>High</a:t>
            </a:r>
            <a:endParaRPr lang="en-IN" sz="1400" b="1" dirty="0"/>
          </a:p>
        </p:txBody>
      </p:sp>
      <p:sp>
        <p:nvSpPr>
          <p:cNvPr id="31" name="TextBox 30">
            <a:extLst>
              <a:ext uri="{FF2B5EF4-FFF2-40B4-BE49-F238E27FC236}">
                <a16:creationId xmlns:a16="http://schemas.microsoft.com/office/drawing/2014/main" id="{7279D2EB-6CD6-941E-9094-015EC19784FC}"/>
              </a:ext>
            </a:extLst>
          </p:cNvPr>
          <p:cNvSpPr txBox="1"/>
          <p:nvPr/>
        </p:nvSpPr>
        <p:spPr>
          <a:xfrm>
            <a:off x="10250452" y="3838020"/>
            <a:ext cx="559770" cy="307777"/>
          </a:xfrm>
          <a:prstGeom prst="rect">
            <a:avLst/>
          </a:prstGeom>
          <a:noFill/>
        </p:spPr>
        <p:txBody>
          <a:bodyPr wrap="square" rtlCol="0">
            <a:spAutoFit/>
          </a:bodyPr>
          <a:lstStyle/>
          <a:p>
            <a:pPr algn="ctr"/>
            <a:r>
              <a:rPr lang="en-GB" sz="1400" b="1" dirty="0"/>
              <a:t>High</a:t>
            </a:r>
            <a:endParaRPr lang="en-IN" sz="1400" b="1" dirty="0"/>
          </a:p>
        </p:txBody>
      </p:sp>
      <p:sp>
        <p:nvSpPr>
          <p:cNvPr id="32" name="TextBox 31">
            <a:extLst>
              <a:ext uri="{FF2B5EF4-FFF2-40B4-BE49-F238E27FC236}">
                <a16:creationId xmlns:a16="http://schemas.microsoft.com/office/drawing/2014/main" id="{CDEC1B6A-B996-FB75-DEDB-D7A9960395A5}"/>
              </a:ext>
            </a:extLst>
          </p:cNvPr>
          <p:cNvSpPr txBox="1"/>
          <p:nvPr/>
        </p:nvSpPr>
        <p:spPr>
          <a:xfrm>
            <a:off x="8178449" y="5640897"/>
            <a:ext cx="604365" cy="307777"/>
          </a:xfrm>
          <a:prstGeom prst="rect">
            <a:avLst/>
          </a:prstGeom>
          <a:noFill/>
        </p:spPr>
        <p:txBody>
          <a:bodyPr wrap="square" rtlCol="0">
            <a:spAutoFit/>
          </a:bodyPr>
          <a:lstStyle/>
          <a:p>
            <a:pPr algn="ctr"/>
            <a:r>
              <a:rPr lang="en-GB" sz="1400" b="1" dirty="0"/>
              <a:t>Low</a:t>
            </a:r>
            <a:endParaRPr lang="en-IN" sz="1400" b="1" dirty="0"/>
          </a:p>
        </p:txBody>
      </p:sp>
      <p:sp>
        <p:nvSpPr>
          <p:cNvPr id="33" name="TextBox 32">
            <a:extLst>
              <a:ext uri="{FF2B5EF4-FFF2-40B4-BE49-F238E27FC236}">
                <a16:creationId xmlns:a16="http://schemas.microsoft.com/office/drawing/2014/main" id="{DE61ADA4-7814-83B8-3068-C75FC9293567}"/>
              </a:ext>
            </a:extLst>
          </p:cNvPr>
          <p:cNvSpPr txBox="1"/>
          <p:nvPr/>
        </p:nvSpPr>
        <p:spPr>
          <a:xfrm>
            <a:off x="5651418" y="3809890"/>
            <a:ext cx="646407" cy="307777"/>
          </a:xfrm>
          <a:prstGeom prst="rect">
            <a:avLst/>
          </a:prstGeom>
          <a:noFill/>
        </p:spPr>
        <p:txBody>
          <a:bodyPr wrap="square" rtlCol="0">
            <a:spAutoFit/>
          </a:bodyPr>
          <a:lstStyle/>
          <a:p>
            <a:pPr algn="ctr"/>
            <a:r>
              <a:rPr lang="en-GB" sz="1400" b="1" dirty="0"/>
              <a:t>Low</a:t>
            </a:r>
            <a:endParaRPr lang="en-IN" sz="1400" b="1" dirty="0"/>
          </a:p>
        </p:txBody>
      </p:sp>
      <p:sp>
        <p:nvSpPr>
          <p:cNvPr id="14" name="Rectangle 13">
            <a:extLst>
              <a:ext uri="{FF2B5EF4-FFF2-40B4-BE49-F238E27FC236}">
                <a16:creationId xmlns:a16="http://schemas.microsoft.com/office/drawing/2014/main" id="{594E1087-F12E-7795-F0B3-47A5D38BEA09}"/>
              </a:ext>
            </a:extLst>
          </p:cNvPr>
          <p:cNvSpPr/>
          <p:nvPr/>
        </p:nvSpPr>
        <p:spPr>
          <a:xfrm>
            <a:off x="8458335" y="4131191"/>
            <a:ext cx="1768510" cy="861774"/>
          </a:xfrm>
          <a:prstGeom prst="rect">
            <a:avLst/>
          </a:prstGeom>
          <a:solidFill>
            <a:schemeClr val="accent1">
              <a:lumMod val="20000"/>
              <a:lumOff val="8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Accurate But Poorly Stated</a:t>
            </a:r>
            <a:endParaRPr lang="en-IN" sz="1400" dirty="0">
              <a:solidFill>
                <a:schemeClr val="tx1"/>
              </a:solidFill>
            </a:endParaRPr>
          </a:p>
        </p:txBody>
      </p:sp>
      <p:sp>
        <p:nvSpPr>
          <p:cNvPr id="16" name="Rectangle 15">
            <a:extLst>
              <a:ext uri="{FF2B5EF4-FFF2-40B4-BE49-F238E27FC236}">
                <a16:creationId xmlns:a16="http://schemas.microsoft.com/office/drawing/2014/main" id="{36B70F15-2009-781C-D24D-BE8A9F26DEF6}"/>
              </a:ext>
            </a:extLst>
          </p:cNvPr>
          <p:cNvSpPr/>
          <p:nvPr/>
        </p:nvSpPr>
        <p:spPr>
          <a:xfrm>
            <a:off x="8458335" y="2751860"/>
            <a:ext cx="1768510" cy="861774"/>
          </a:xfrm>
          <a:prstGeom prst="rect">
            <a:avLst/>
          </a:prstGeom>
          <a:solidFill>
            <a:schemeClr val="accent1">
              <a:lumMod val="40000"/>
              <a:lumOff val="6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IDEAL ZONE</a:t>
            </a:r>
            <a:br>
              <a:rPr lang="en-GB" sz="1400" dirty="0">
                <a:solidFill>
                  <a:schemeClr val="tx1"/>
                </a:solidFill>
              </a:rPr>
            </a:br>
            <a:r>
              <a:rPr lang="en-GB" sz="1400" dirty="0">
                <a:solidFill>
                  <a:schemeClr val="tx1"/>
                </a:solidFill>
              </a:rPr>
              <a:t>Fluent but Factual</a:t>
            </a:r>
            <a:endParaRPr lang="en-IN" sz="1400" dirty="0">
              <a:solidFill>
                <a:schemeClr val="tx1"/>
              </a:solidFill>
            </a:endParaRPr>
          </a:p>
        </p:txBody>
      </p:sp>
      <p:sp>
        <p:nvSpPr>
          <p:cNvPr id="18" name="Rectangle 17">
            <a:extLst>
              <a:ext uri="{FF2B5EF4-FFF2-40B4-BE49-F238E27FC236}">
                <a16:creationId xmlns:a16="http://schemas.microsoft.com/office/drawing/2014/main" id="{98E648E5-0D50-9EAE-BE04-7B3BE4793726}"/>
              </a:ext>
            </a:extLst>
          </p:cNvPr>
          <p:cNvSpPr/>
          <p:nvPr/>
        </p:nvSpPr>
        <p:spPr>
          <a:xfrm>
            <a:off x="6228954" y="4140191"/>
            <a:ext cx="1768510" cy="861774"/>
          </a:xfrm>
          <a:prstGeom prst="rect">
            <a:avLst/>
          </a:prstGeom>
          <a:solidFill>
            <a:schemeClr val="accent2">
              <a:lumMod val="40000"/>
              <a:lumOff val="6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Poor Quality And Wrong</a:t>
            </a:r>
            <a:endParaRPr lang="en-IN" sz="1400" dirty="0">
              <a:solidFill>
                <a:schemeClr val="tx1"/>
              </a:solidFill>
            </a:endParaRPr>
          </a:p>
        </p:txBody>
      </p:sp>
      <p:cxnSp>
        <p:nvCxnSpPr>
          <p:cNvPr id="22" name="Straight Arrow Connector 21">
            <a:extLst>
              <a:ext uri="{FF2B5EF4-FFF2-40B4-BE49-F238E27FC236}">
                <a16:creationId xmlns:a16="http://schemas.microsoft.com/office/drawing/2014/main" id="{E0F9E4D8-B044-249E-684D-BEF29E11055A}"/>
              </a:ext>
            </a:extLst>
          </p:cNvPr>
          <p:cNvCxnSpPr>
            <a:cxnSpLocks/>
          </p:cNvCxnSpPr>
          <p:nvPr/>
        </p:nvCxnSpPr>
        <p:spPr>
          <a:xfrm flipH="1" flipV="1">
            <a:off x="5727890" y="3819227"/>
            <a:ext cx="5000017" cy="1140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35" name="Rectangle: Rounded Corners 34">
            <a:extLst>
              <a:ext uri="{FF2B5EF4-FFF2-40B4-BE49-F238E27FC236}">
                <a16:creationId xmlns:a16="http://schemas.microsoft.com/office/drawing/2014/main" id="{FEDF6C66-1C09-3AE6-94F0-CC9AE26B2A2E}"/>
              </a:ext>
            </a:extLst>
          </p:cNvPr>
          <p:cNvSpPr/>
          <p:nvPr/>
        </p:nvSpPr>
        <p:spPr>
          <a:xfrm>
            <a:off x="590153" y="1611273"/>
            <a:ext cx="4945512" cy="3790705"/>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ts val="1200"/>
              </a:spcBef>
              <a:spcAft>
                <a:spcPts val="600"/>
              </a:spcAft>
              <a:buClr>
                <a:srgbClr val="EE2C3C"/>
              </a:buClr>
              <a:defRPr/>
            </a:pPr>
            <a:r>
              <a:rPr lang="en-GB" dirty="0">
                <a:solidFill>
                  <a:schemeClr val="tx1"/>
                </a:solidFill>
              </a:rPr>
              <a:t>LLMs are trained on vast corpora of text to predict the next token. This training objective optimises for</a:t>
            </a:r>
          </a:p>
          <a:p>
            <a:pPr>
              <a:spcBef>
                <a:spcPts val="1200"/>
              </a:spcBef>
              <a:spcAft>
                <a:spcPts val="600"/>
              </a:spcAft>
              <a:buClr>
                <a:srgbClr val="EE2C3C"/>
              </a:buClr>
              <a:defRPr/>
            </a:pPr>
            <a:endParaRPr lang="en-GB" sz="100" dirty="0">
              <a:solidFill>
                <a:schemeClr val="tx1"/>
              </a:solidFill>
            </a:endParaRPr>
          </a:p>
          <a:p>
            <a:pPr marL="285750" indent="-285750">
              <a:buFont typeface="Wingdings" panose="05000000000000000000" pitchFamily="2" charset="2"/>
              <a:buChar char="ü"/>
            </a:pPr>
            <a:r>
              <a:rPr lang="en-GB" dirty="0">
                <a:solidFill>
                  <a:schemeClr val="tx1"/>
                </a:solidFill>
              </a:rPr>
              <a:t>Grammatical correctness</a:t>
            </a:r>
          </a:p>
          <a:p>
            <a:pPr marL="285750" indent="-285750">
              <a:buFont typeface="Wingdings" panose="05000000000000000000" pitchFamily="2" charset="2"/>
              <a:buChar char="ü"/>
            </a:pPr>
            <a:r>
              <a:rPr lang="en-GB" dirty="0">
                <a:solidFill>
                  <a:schemeClr val="tx1"/>
                </a:solidFill>
              </a:rPr>
              <a:t>Coherent sentence structure</a:t>
            </a:r>
          </a:p>
          <a:p>
            <a:pPr marL="285750" indent="-285750">
              <a:buFont typeface="Wingdings" panose="05000000000000000000" pitchFamily="2" charset="2"/>
              <a:buChar char="ü"/>
            </a:pPr>
            <a:r>
              <a:rPr lang="en-GB" dirty="0">
                <a:solidFill>
                  <a:schemeClr val="tx1"/>
                </a:solidFill>
              </a:rPr>
              <a:t>Natural language flow</a:t>
            </a:r>
            <a:br>
              <a:rPr lang="en-IN" dirty="0">
                <a:solidFill>
                  <a:schemeClr val="tx1"/>
                </a:solidFill>
              </a:rPr>
            </a:br>
            <a:endParaRPr lang="en-GB" dirty="0">
              <a:solidFill>
                <a:schemeClr val="tx1"/>
              </a:solidFill>
            </a:endParaRPr>
          </a:p>
          <a:p>
            <a:pPr marL="285750" indent="-285750">
              <a:buBlip>
                <a:blip r:embed="rId3">
                  <a:extLst>
                    <a:ext uri="{96DAC541-7B7A-43D3-8B79-37D633B846F1}">
                      <asvg:svgBlip xmlns:asvg="http://schemas.microsoft.com/office/drawing/2016/SVG/main" r:embed="rId4"/>
                    </a:ext>
                  </a:extLst>
                </a:blip>
              </a:buBlip>
            </a:pPr>
            <a:r>
              <a:rPr lang="en-GB" dirty="0">
                <a:solidFill>
                  <a:schemeClr val="tx1"/>
                </a:solidFill>
              </a:rPr>
              <a:t>Factual accuracy</a:t>
            </a:r>
            <a:endParaRPr lang="en-GB">
              <a:solidFill>
                <a:schemeClr val="tx1"/>
              </a:solidFill>
            </a:endParaRPr>
          </a:p>
          <a:p>
            <a:pPr marL="285750" indent="-285750">
              <a:buBlip>
                <a:blip r:embed="rId3">
                  <a:extLst>
                    <a:ext uri="{96DAC541-7B7A-43D3-8B79-37D633B846F1}">
                      <asvg:svgBlip xmlns:asvg="http://schemas.microsoft.com/office/drawing/2016/SVG/main" r:embed="rId4"/>
                    </a:ext>
                  </a:extLst>
                </a:blip>
              </a:buBlip>
            </a:pPr>
            <a:r>
              <a:rPr lang="en-GB" dirty="0">
                <a:solidFill>
                  <a:schemeClr val="tx1"/>
                </a:solidFill>
              </a:rPr>
              <a:t>Logical consistency</a:t>
            </a:r>
            <a:endParaRPr lang="en-GB">
              <a:solidFill>
                <a:schemeClr val="tx1"/>
              </a:solidFill>
            </a:endParaRPr>
          </a:p>
          <a:p>
            <a:pPr marL="285750" indent="-285750">
              <a:buBlip>
                <a:blip r:embed="rId3">
                  <a:extLst>
                    <a:ext uri="{96DAC541-7B7A-43D3-8B79-37D633B846F1}">
                      <asvg:svgBlip xmlns:asvg="http://schemas.microsoft.com/office/drawing/2016/SVG/main" r:embed="rId4"/>
                    </a:ext>
                  </a:extLst>
                </a:blip>
              </a:buBlip>
            </a:pPr>
            <a:r>
              <a:rPr lang="en-GB" dirty="0">
                <a:solidFill>
                  <a:schemeClr val="tx1"/>
                </a:solidFill>
              </a:rPr>
              <a:t>Real-world correctness</a:t>
            </a:r>
            <a:endParaRPr lang="en-IN">
              <a:solidFill>
                <a:schemeClr val="tx1"/>
              </a:solidFill>
            </a:endParaRPr>
          </a:p>
        </p:txBody>
      </p:sp>
      <p:cxnSp>
        <p:nvCxnSpPr>
          <p:cNvPr id="36" name="Straight Arrow Connector 35">
            <a:extLst>
              <a:ext uri="{FF2B5EF4-FFF2-40B4-BE49-F238E27FC236}">
                <a16:creationId xmlns:a16="http://schemas.microsoft.com/office/drawing/2014/main" id="{147ECD9C-FCFE-BC29-ED19-7BAE83DA7205}"/>
              </a:ext>
            </a:extLst>
          </p:cNvPr>
          <p:cNvCxnSpPr>
            <a:cxnSpLocks/>
          </p:cNvCxnSpPr>
          <p:nvPr/>
        </p:nvCxnSpPr>
        <p:spPr>
          <a:xfrm>
            <a:off x="8213467" y="1638075"/>
            <a:ext cx="5257" cy="4362304"/>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54991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A0727-CD5A-FA0E-F322-5BA1BB339C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4A45BA-9C1B-7F95-C73E-EABC9CC860C6}"/>
              </a:ext>
            </a:extLst>
          </p:cNvPr>
          <p:cNvSpPr txBox="1"/>
          <p:nvPr/>
        </p:nvSpPr>
        <p:spPr>
          <a:xfrm>
            <a:off x="2297723" y="281354"/>
            <a:ext cx="7596554" cy="461665"/>
          </a:xfrm>
          <a:prstGeom prst="rect">
            <a:avLst/>
          </a:prstGeom>
          <a:noFill/>
        </p:spPr>
        <p:txBody>
          <a:bodyPr wrap="square" rtlCol="0">
            <a:spAutoFit/>
          </a:bodyPr>
          <a:lstStyle/>
          <a:p>
            <a:pPr algn="ctr"/>
            <a:r>
              <a:rPr lang="en-GB" sz="2400" dirty="0"/>
              <a:t>The Fluency-Factuality Gap</a:t>
            </a:r>
            <a:endParaRPr lang="en-IN" sz="2400" dirty="0"/>
          </a:p>
        </p:txBody>
      </p:sp>
      <p:sp>
        <p:nvSpPr>
          <p:cNvPr id="8" name="Rectangle: Rounded Corners 7">
            <a:extLst>
              <a:ext uri="{FF2B5EF4-FFF2-40B4-BE49-F238E27FC236}">
                <a16:creationId xmlns:a16="http://schemas.microsoft.com/office/drawing/2014/main" id="{A85EC869-815F-E4D0-F150-7E973981146D}"/>
              </a:ext>
            </a:extLst>
          </p:cNvPr>
          <p:cNvSpPr/>
          <p:nvPr/>
        </p:nvSpPr>
        <p:spPr>
          <a:xfrm>
            <a:off x="498105" y="1790200"/>
            <a:ext cx="5731871" cy="2556780"/>
          </a:xfrm>
          <a:prstGeom prst="round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User Query:</a:t>
            </a:r>
            <a:r>
              <a:rPr lang="en-GB" sz="1600" dirty="0">
                <a:solidFill>
                  <a:schemeClr val="tx1"/>
                </a:solidFill>
              </a:rPr>
              <a:t> ”Who was the first person to reach the South Pole?”</a:t>
            </a:r>
            <a:r>
              <a:rPr lang="en-GB" sz="1600" dirty="0"/>
              <a:t>”</a:t>
            </a:r>
            <a:endParaRPr lang="en-GB" sz="1600" dirty="0">
              <a:solidFill>
                <a:schemeClr val="tx1"/>
              </a:solidFill>
            </a:endParaRPr>
          </a:p>
          <a:p>
            <a:endParaRPr lang="en-GB" sz="1600" dirty="0">
              <a:solidFill>
                <a:schemeClr val="tx1"/>
              </a:solidFill>
            </a:endParaRPr>
          </a:p>
          <a:p>
            <a:r>
              <a:rPr lang="en-GB" sz="1600" i="1" dirty="0">
                <a:solidFill>
                  <a:srgbClr val="FF0000"/>
                </a:solidFill>
              </a:rPr>
              <a:t>“The first person to reach the South Pole was British explorer Robert Falcon Scott, who led his Terra Nova Expedition to successfully plant the British flag at the geographic South Pole on December 14, 1911. His achievement marked a triumphant moment for British exploration”.</a:t>
            </a:r>
            <a:endParaRPr lang="en-IN" sz="1600" i="1" dirty="0">
              <a:solidFill>
                <a:srgbClr val="FF0000"/>
              </a:solidFill>
            </a:endParaRPr>
          </a:p>
        </p:txBody>
      </p:sp>
      <p:sp>
        <p:nvSpPr>
          <p:cNvPr id="9" name="Rectangle: Rounded Corners 8">
            <a:extLst>
              <a:ext uri="{FF2B5EF4-FFF2-40B4-BE49-F238E27FC236}">
                <a16:creationId xmlns:a16="http://schemas.microsoft.com/office/drawing/2014/main" id="{B8415841-FA98-D709-55AD-18BC50E59CEE}"/>
              </a:ext>
            </a:extLst>
          </p:cNvPr>
          <p:cNvSpPr/>
          <p:nvPr/>
        </p:nvSpPr>
        <p:spPr>
          <a:xfrm>
            <a:off x="6732403" y="1787023"/>
            <a:ext cx="4891172" cy="2556780"/>
          </a:xfrm>
          <a:prstGeom prst="round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rPr>
              <a:t>User Query:</a:t>
            </a:r>
            <a:r>
              <a:rPr lang="en-GB" sz="1600" dirty="0">
                <a:solidFill>
                  <a:schemeClr val="tx1"/>
                </a:solidFill>
              </a:rPr>
              <a:t> Who was the first person to reach the South Pole?</a:t>
            </a:r>
            <a:r>
              <a:rPr lang="en-GB" sz="1600" dirty="0"/>
              <a:t>”</a:t>
            </a:r>
            <a:endParaRPr lang="en-GB" sz="1600" dirty="0">
              <a:solidFill>
                <a:schemeClr val="tx1"/>
              </a:solidFill>
            </a:endParaRPr>
          </a:p>
          <a:p>
            <a:endParaRPr lang="en-GB" sz="1600" dirty="0">
              <a:solidFill>
                <a:schemeClr val="tx1"/>
              </a:solidFill>
            </a:endParaRPr>
          </a:p>
          <a:p>
            <a:r>
              <a:rPr lang="en-GB" sz="1600" dirty="0">
                <a:solidFill>
                  <a:schemeClr val="tx2">
                    <a:lumMod val="90000"/>
                    <a:lumOff val="10000"/>
                  </a:schemeClr>
                </a:solidFill>
              </a:rPr>
              <a:t>“</a:t>
            </a:r>
            <a:r>
              <a:rPr lang="en-GB" sz="1600" i="1" dirty="0">
                <a:solidFill>
                  <a:schemeClr val="tx2">
                    <a:lumMod val="90000"/>
                    <a:lumOff val="10000"/>
                  </a:schemeClr>
                </a:solidFill>
              </a:rPr>
              <a:t>Roald Amundsen of Norway was the first person to reach the South Pole on December 14, 1911. Robert Falcon Scott arrived approximately 34 days later on January 17, 1912</a:t>
            </a:r>
            <a:r>
              <a:rPr lang="en-GB" sz="1600" dirty="0">
                <a:solidFill>
                  <a:schemeClr val="tx2">
                    <a:lumMod val="90000"/>
                    <a:lumOff val="10000"/>
                  </a:schemeClr>
                </a:solidFill>
              </a:rPr>
              <a:t>.”</a:t>
            </a:r>
            <a:endParaRPr lang="en-IN" sz="1600" i="1" dirty="0">
              <a:solidFill>
                <a:schemeClr val="tx2">
                  <a:lumMod val="90000"/>
                  <a:lumOff val="10000"/>
                </a:schemeClr>
              </a:solidFill>
            </a:endParaRPr>
          </a:p>
        </p:txBody>
      </p:sp>
      <p:sp>
        <p:nvSpPr>
          <p:cNvPr id="12" name="Rectangle: Rounded Corners 11">
            <a:extLst>
              <a:ext uri="{FF2B5EF4-FFF2-40B4-BE49-F238E27FC236}">
                <a16:creationId xmlns:a16="http://schemas.microsoft.com/office/drawing/2014/main" id="{FD9CD4AA-1199-79C9-992E-155A61457E22}"/>
              </a:ext>
            </a:extLst>
          </p:cNvPr>
          <p:cNvSpPr/>
          <p:nvPr/>
        </p:nvSpPr>
        <p:spPr>
          <a:xfrm>
            <a:off x="1310880" y="4703999"/>
            <a:ext cx="9570239" cy="1807395"/>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200"/>
              </a:spcAft>
            </a:pPr>
            <a:r>
              <a:rPr lang="en-GB" b="1" dirty="0">
                <a:solidFill>
                  <a:schemeClr val="tx1"/>
                </a:solidFill>
              </a:rPr>
              <a:t>What's Wrong</a:t>
            </a:r>
          </a:p>
          <a:p>
            <a:pPr marL="800100" lvl="1" indent="-342900">
              <a:lnSpc>
                <a:spcPct val="30000"/>
              </a:lnSpc>
              <a:spcBef>
                <a:spcPts val="1200"/>
              </a:spcBef>
              <a:spcAft>
                <a:spcPts val="1000"/>
              </a:spcAft>
              <a:buClr>
                <a:srgbClr val="EE2C3C"/>
              </a:buClr>
              <a:buFont typeface="Wingdings" panose="05000000000000000000" pitchFamily="2" charset="2"/>
              <a:buChar char="l"/>
              <a:defRPr/>
            </a:pPr>
            <a:r>
              <a:rPr lang="en-GB" dirty="0">
                <a:solidFill>
                  <a:schemeClr val="tx1"/>
                </a:solidFill>
              </a:rPr>
              <a:t>Roald Amundsen (Norwegian) reached the South Pole first on December 14, 1911</a:t>
            </a:r>
          </a:p>
          <a:p>
            <a:pPr marL="800100" lvl="1" indent="-342900">
              <a:lnSpc>
                <a:spcPct val="30000"/>
              </a:lnSpc>
              <a:spcBef>
                <a:spcPts val="1200"/>
              </a:spcBef>
              <a:spcAft>
                <a:spcPts val="1000"/>
              </a:spcAft>
              <a:buClr>
                <a:srgbClr val="EE2C3C"/>
              </a:buClr>
              <a:buFont typeface="Wingdings" panose="05000000000000000000" pitchFamily="2" charset="2"/>
              <a:buChar char="l"/>
              <a:defRPr/>
            </a:pPr>
            <a:r>
              <a:rPr lang="en-GB" dirty="0">
                <a:solidFill>
                  <a:schemeClr val="tx1"/>
                </a:solidFill>
              </a:rPr>
              <a:t>Scott arrived on January 17, 1912, more than a month later</a:t>
            </a:r>
          </a:p>
          <a:p>
            <a:pPr marL="800100" lvl="1" indent="-342900">
              <a:lnSpc>
                <a:spcPct val="30000"/>
              </a:lnSpc>
              <a:spcBef>
                <a:spcPts val="1200"/>
              </a:spcBef>
              <a:spcAft>
                <a:spcPts val="1000"/>
              </a:spcAft>
              <a:buClr>
                <a:srgbClr val="EE2C3C"/>
              </a:buClr>
              <a:buFont typeface="Wingdings" panose="05000000000000000000" pitchFamily="2" charset="2"/>
              <a:buChar char="l"/>
              <a:defRPr/>
            </a:pPr>
            <a:r>
              <a:rPr lang="en-GB" dirty="0">
                <a:solidFill>
                  <a:schemeClr val="tx1"/>
                </a:solidFill>
              </a:rPr>
              <a:t>The response confidently attributes the wrong date to Scott</a:t>
            </a:r>
            <a:endParaRPr lang="en-IN" dirty="0">
              <a:solidFill>
                <a:schemeClr val="tx1"/>
              </a:solidFill>
            </a:endParaRPr>
          </a:p>
        </p:txBody>
      </p:sp>
      <p:cxnSp>
        <p:nvCxnSpPr>
          <p:cNvPr id="15" name="Straight Connector 14">
            <a:extLst>
              <a:ext uri="{FF2B5EF4-FFF2-40B4-BE49-F238E27FC236}">
                <a16:creationId xmlns:a16="http://schemas.microsoft.com/office/drawing/2014/main" id="{F688120F-9117-A319-8326-5A4F19898E8A}"/>
              </a:ext>
            </a:extLst>
          </p:cNvPr>
          <p:cNvCxnSpPr>
            <a:cxnSpLocks/>
          </p:cNvCxnSpPr>
          <p:nvPr/>
        </p:nvCxnSpPr>
        <p:spPr>
          <a:xfrm>
            <a:off x="6481189" y="1045031"/>
            <a:ext cx="0" cy="351866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D19D0B6E-1029-D162-A6E7-79A82F85C9E8}"/>
              </a:ext>
            </a:extLst>
          </p:cNvPr>
          <p:cNvSpPr txBox="1"/>
          <p:nvPr/>
        </p:nvSpPr>
        <p:spPr>
          <a:xfrm>
            <a:off x="8099048" y="1231124"/>
            <a:ext cx="2157882" cy="369332"/>
          </a:xfrm>
          <a:prstGeom prst="rect">
            <a:avLst/>
          </a:prstGeom>
          <a:noFill/>
        </p:spPr>
        <p:txBody>
          <a:bodyPr wrap="square">
            <a:spAutoFit/>
          </a:bodyPr>
          <a:lstStyle/>
          <a:p>
            <a:r>
              <a:rPr lang="en-IN" b="1" dirty="0"/>
              <a:t>Correct Response</a:t>
            </a:r>
          </a:p>
        </p:txBody>
      </p:sp>
      <p:sp>
        <p:nvSpPr>
          <p:cNvPr id="31" name="TextBox 30">
            <a:extLst>
              <a:ext uri="{FF2B5EF4-FFF2-40B4-BE49-F238E27FC236}">
                <a16:creationId xmlns:a16="http://schemas.microsoft.com/office/drawing/2014/main" id="{3933AE71-F49E-D9C8-95D8-CD1CD31911C9}"/>
              </a:ext>
            </a:extLst>
          </p:cNvPr>
          <p:cNvSpPr txBox="1"/>
          <p:nvPr/>
        </p:nvSpPr>
        <p:spPr>
          <a:xfrm>
            <a:off x="1370185" y="1231124"/>
            <a:ext cx="3987710" cy="369332"/>
          </a:xfrm>
          <a:prstGeom prst="rect">
            <a:avLst/>
          </a:prstGeom>
          <a:noFill/>
        </p:spPr>
        <p:txBody>
          <a:bodyPr wrap="square">
            <a:spAutoFit/>
          </a:bodyPr>
          <a:lstStyle/>
          <a:p>
            <a:r>
              <a:rPr lang="en-IN" b="1" dirty="0">
                <a:solidFill>
                  <a:schemeClr val="tx1"/>
                </a:solidFill>
                <a:latin typeface="+mj-lt"/>
              </a:rPr>
              <a:t>Fluent but INCORRECT Response</a:t>
            </a:r>
            <a:endParaRPr lang="en-IN" b="1" dirty="0">
              <a:latin typeface="+mj-lt"/>
            </a:endParaRPr>
          </a:p>
        </p:txBody>
      </p:sp>
    </p:spTree>
    <p:extLst>
      <p:ext uri="{BB962C8B-B14F-4D97-AF65-F5344CB8AC3E}">
        <p14:creationId xmlns:p14="http://schemas.microsoft.com/office/powerpoint/2010/main" val="1657349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9C3F0597-5628-6687-B24B-E94527B931C2}"/>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944AF89C-050F-C891-905D-88B7332CC52F}"/>
              </a:ext>
            </a:extLst>
          </p:cNvPr>
          <p:cNvSpPr txBox="1"/>
          <p:nvPr/>
        </p:nvSpPr>
        <p:spPr>
          <a:xfrm>
            <a:off x="1113183" y="2646714"/>
            <a:ext cx="9790043"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dirty="0">
                <a:solidFill>
                  <a:srgbClr val="FF0000"/>
                </a:solidFill>
                <a:latin typeface="Lato"/>
                <a:ea typeface="Lato"/>
                <a:cs typeface="Lato"/>
                <a:sym typeface="Lato"/>
              </a:rPr>
              <a:t>Evaluation Metrics</a:t>
            </a:r>
          </a:p>
        </p:txBody>
      </p:sp>
    </p:spTree>
    <p:extLst>
      <p:ext uri="{BB962C8B-B14F-4D97-AF65-F5344CB8AC3E}">
        <p14:creationId xmlns:p14="http://schemas.microsoft.com/office/powerpoint/2010/main" val="1290297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96C2E-8947-E44C-0E74-FC381ACCD7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AD5A2B-540D-CCD0-CFA5-A064713DF518}"/>
              </a:ext>
            </a:extLst>
          </p:cNvPr>
          <p:cNvSpPr txBox="1"/>
          <p:nvPr/>
        </p:nvSpPr>
        <p:spPr>
          <a:xfrm>
            <a:off x="2297723" y="281354"/>
            <a:ext cx="7596554" cy="461665"/>
          </a:xfrm>
          <a:prstGeom prst="rect">
            <a:avLst/>
          </a:prstGeom>
          <a:noFill/>
        </p:spPr>
        <p:txBody>
          <a:bodyPr wrap="square" rtlCol="0">
            <a:spAutoFit/>
          </a:bodyPr>
          <a:lstStyle/>
          <a:p>
            <a:pPr algn="ctr"/>
            <a:r>
              <a:rPr lang="en-GB" sz="2400" dirty="0"/>
              <a:t>Qualitative Evaluation Dimensions</a:t>
            </a:r>
            <a:endParaRPr lang="en-IN" sz="2400" dirty="0"/>
          </a:p>
        </p:txBody>
      </p:sp>
      <p:grpSp>
        <p:nvGrpSpPr>
          <p:cNvPr id="6" name="Group 5">
            <a:extLst>
              <a:ext uri="{FF2B5EF4-FFF2-40B4-BE49-F238E27FC236}">
                <a16:creationId xmlns:a16="http://schemas.microsoft.com/office/drawing/2014/main" id="{3F87B353-ECBF-5BC6-0540-0755BF1A6F55}"/>
              </a:ext>
            </a:extLst>
          </p:cNvPr>
          <p:cNvGrpSpPr/>
          <p:nvPr/>
        </p:nvGrpSpPr>
        <p:grpSpPr>
          <a:xfrm>
            <a:off x="1222090" y="1861253"/>
            <a:ext cx="9776395" cy="3245768"/>
            <a:chOff x="1222090" y="1861253"/>
            <a:chExt cx="9776395" cy="3245768"/>
          </a:xfrm>
        </p:grpSpPr>
        <p:sp>
          <p:nvSpPr>
            <p:cNvPr id="3" name="Rectangle 2">
              <a:extLst>
                <a:ext uri="{FF2B5EF4-FFF2-40B4-BE49-F238E27FC236}">
                  <a16:creationId xmlns:a16="http://schemas.microsoft.com/office/drawing/2014/main" id="{17A5D5E6-5713-027D-8074-8ECA6031AF9C}"/>
                </a:ext>
              </a:extLst>
            </p:cNvPr>
            <p:cNvSpPr/>
            <p:nvPr/>
          </p:nvSpPr>
          <p:spPr>
            <a:xfrm>
              <a:off x="1222090"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br>
                <a:rPr lang="en-IN" b="1" dirty="0">
                  <a:solidFill>
                    <a:schemeClr val="tx1"/>
                  </a:solidFill>
                </a:rPr>
              </a:br>
              <a:endParaRPr lang="en-IN" dirty="0">
                <a:solidFill>
                  <a:schemeClr val="tx1"/>
                </a:solidFill>
              </a:endParaRPr>
            </a:p>
            <a:p>
              <a:pPr marL="285750" indent="-285750">
                <a:buFont typeface="Courier New" panose="02070309020205020404" pitchFamily="49" charset="0"/>
                <a:buChar char="o"/>
              </a:pPr>
              <a:r>
                <a:rPr lang="en-IN" dirty="0">
                  <a:solidFill>
                    <a:schemeClr val="tx1"/>
                  </a:solidFill>
                </a:rPr>
                <a:t>Is it True?</a:t>
              </a:r>
            </a:p>
            <a:p>
              <a:br>
                <a:rPr lang="en-IN" sz="1400" dirty="0">
                  <a:solidFill>
                    <a:schemeClr val="tx1"/>
                  </a:solidFill>
                </a:rPr>
              </a:br>
              <a:endParaRPr lang="en-IN" dirty="0">
                <a:solidFill>
                  <a:schemeClr val="tx1"/>
                </a:solidFill>
              </a:endParaRPr>
            </a:p>
          </p:txBody>
        </p:sp>
        <p:sp>
          <p:nvSpPr>
            <p:cNvPr id="4" name="Rectangle 3">
              <a:extLst>
                <a:ext uri="{FF2B5EF4-FFF2-40B4-BE49-F238E27FC236}">
                  <a16:creationId xmlns:a16="http://schemas.microsoft.com/office/drawing/2014/main" id="{0E0823F9-4555-B127-C3B2-489DFC1EA864}"/>
                </a:ext>
              </a:extLst>
            </p:cNvPr>
            <p:cNvSpPr/>
            <p:nvPr/>
          </p:nvSpPr>
          <p:spPr>
            <a:xfrm>
              <a:off x="3889369"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answer the question?</a:t>
              </a:r>
            </a:p>
          </p:txBody>
        </p:sp>
        <p:sp>
          <p:nvSpPr>
            <p:cNvPr id="5" name="Rectangle 4">
              <a:extLst>
                <a:ext uri="{FF2B5EF4-FFF2-40B4-BE49-F238E27FC236}">
                  <a16:creationId xmlns:a16="http://schemas.microsoft.com/office/drawing/2014/main" id="{11859EC7-73D1-F2C3-1C9C-F64FD8AE87C4}"/>
                </a:ext>
              </a:extLst>
            </p:cNvPr>
            <p:cNvSpPr/>
            <p:nvPr/>
          </p:nvSpPr>
          <p:spPr>
            <a:xfrm>
              <a:off x="6556648"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stay within bounds?</a:t>
              </a:r>
            </a:p>
          </p:txBody>
        </p:sp>
        <p:sp>
          <p:nvSpPr>
            <p:cNvPr id="8" name="Rectangle 7">
              <a:extLst>
                <a:ext uri="{FF2B5EF4-FFF2-40B4-BE49-F238E27FC236}">
                  <a16:creationId xmlns:a16="http://schemas.microsoft.com/office/drawing/2014/main" id="{393B140A-FFC9-13C7-DD05-8B8C622995C2}"/>
                </a:ext>
              </a:extLst>
            </p:cNvPr>
            <p:cNvSpPr/>
            <p:nvPr/>
          </p:nvSpPr>
          <p:spPr>
            <a:xfrm>
              <a:off x="9223927"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9" name="Rectangle 8">
              <a:extLst>
                <a:ext uri="{FF2B5EF4-FFF2-40B4-BE49-F238E27FC236}">
                  <a16:creationId xmlns:a16="http://schemas.microsoft.com/office/drawing/2014/main" id="{62D92D4B-4211-591E-07FE-B7E49D4E44A5}"/>
                </a:ext>
              </a:extLst>
            </p:cNvPr>
            <p:cNvSpPr/>
            <p:nvPr/>
          </p:nvSpPr>
          <p:spPr>
            <a:xfrm>
              <a:off x="3300671" y="4363293"/>
              <a:ext cx="5590658" cy="743728"/>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Pillars of Responsible Metrics</a:t>
              </a:r>
            </a:p>
          </p:txBody>
        </p:sp>
        <p:cxnSp>
          <p:nvCxnSpPr>
            <p:cNvPr id="15" name="Connector: Elbow 14">
              <a:extLst>
                <a:ext uri="{FF2B5EF4-FFF2-40B4-BE49-F238E27FC236}">
                  <a16:creationId xmlns:a16="http://schemas.microsoft.com/office/drawing/2014/main" id="{867CA65F-C78B-0D04-CF2A-855D093043EA}"/>
                </a:ext>
              </a:extLst>
            </p:cNvPr>
            <p:cNvCxnSpPr>
              <a:cxnSpLocks/>
              <a:stCxn id="3" idx="2"/>
              <a:endCxn id="9" idx="0"/>
            </p:cNvCxnSpPr>
            <p:nvPr/>
          </p:nvCxnSpPr>
          <p:spPr>
            <a:xfrm rot="16200000" flipH="1">
              <a:off x="3652765" y="1920057"/>
              <a:ext cx="881743" cy="40047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D7CFE428-3C2C-A2E2-C786-A5C426479D82}"/>
                </a:ext>
              </a:extLst>
            </p:cNvPr>
            <p:cNvCxnSpPr>
              <a:cxnSpLocks/>
              <a:stCxn id="4" idx="2"/>
              <a:endCxn id="9" idx="0"/>
            </p:cNvCxnSpPr>
            <p:nvPr/>
          </p:nvCxnSpPr>
          <p:spPr>
            <a:xfrm rot="16200000" flipH="1">
              <a:off x="4986405" y="3253697"/>
              <a:ext cx="881743" cy="13374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B256FF54-7AE5-CD94-D4FA-8F93841BE1FF}"/>
                </a:ext>
              </a:extLst>
            </p:cNvPr>
            <p:cNvCxnSpPr>
              <a:cxnSpLocks/>
              <a:stCxn id="5" idx="2"/>
              <a:endCxn id="9" idx="0"/>
            </p:cNvCxnSpPr>
            <p:nvPr/>
          </p:nvCxnSpPr>
          <p:spPr>
            <a:xfrm rot="5400000">
              <a:off x="6320045" y="3257506"/>
              <a:ext cx="881743" cy="132983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CB4DBE7B-DABD-135C-1C9F-E1005E47C97B}"/>
                </a:ext>
              </a:extLst>
            </p:cNvPr>
            <p:cNvCxnSpPr>
              <a:cxnSpLocks/>
              <a:stCxn id="8" idx="2"/>
              <a:endCxn id="9" idx="0"/>
            </p:cNvCxnSpPr>
            <p:nvPr/>
          </p:nvCxnSpPr>
          <p:spPr>
            <a:xfrm rot="5400000">
              <a:off x="7653684" y="1923866"/>
              <a:ext cx="881743" cy="3997110"/>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C7B70044-29A3-C9F7-68E7-38FA566DCCD1}"/>
                </a:ext>
              </a:extLst>
            </p:cNvPr>
            <p:cNvSpPr txBox="1"/>
            <p:nvPr/>
          </p:nvSpPr>
          <p:spPr>
            <a:xfrm>
              <a:off x="9204877" y="1967548"/>
              <a:ext cx="1793608" cy="1369606"/>
            </a:xfrm>
            <a:prstGeom prst="rect">
              <a:avLst/>
            </a:prstGeom>
            <a:noFill/>
          </p:spPr>
          <p:txBody>
            <a:bodyPr wrap="square">
              <a:spAutoFit/>
            </a:bodyP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Is the output safe and transparent?</a:t>
              </a:r>
            </a:p>
          </p:txBody>
        </p:sp>
      </p:grpSp>
    </p:spTree>
    <p:extLst>
      <p:ext uri="{BB962C8B-B14F-4D97-AF65-F5344CB8AC3E}">
        <p14:creationId xmlns:p14="http://schemas.microsoft.com/office/powerpoint/2010/main" val="197867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22CD-0229-9C02-1B37-69BEDEBC91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39A871-99BB-673F-64D0-2E25AAF19E02}"/>
              </a:ext>
            </a:extLst>
          </p:cNvPr>
          <p:cNvSpPr txBox="1"/>
          <p:nvPr/>
        </p:nvSpPr>
        <p:spPr>
          <a:xfrm>
            <a:off x="2297723" y="281354"/>
            <a:ext cx="7596554" cy="461665"/>
          </a:xfrm>
          <a:prstGeom prst="rect">
            <a:avLst/>
          </a:prstGeom>
          <a:noFill/>
        </p:spPr>
        <p:txBody>
          <a:bodyPr wrap="square" rtlCol="0">
            <a:spAutoFit/>
          </a:bodyPr>
          <a:lstStyle/>
          <a:p>
            <a:pPr algn="ctr"/>
            <a:r>
              <a:rPr lang="en-GB" sz="2400" dirty="0"/>
              <a:t>Qualitative Evaluation Dimensions</a:t>
            </a:r>
            <a:endParaRPr lang="en-IN" sz="2400" dirty="0"/>
          </a:p>
        </p:txBody>
      </p:sp>
      <p:grpSp>
        <p:nvGrpSpPr>
          <p:cNvPr id="24" name="Group 23">
            <a:extLst>
              <a:ext uri="{FF2B5EF4-FFF2-40B4-BE49-F238E27FC236}">
                <a16:creationId xmlns:a16="http://schemas.microsoft.com/office/drawing/2014/main" id="{0E6C1D2B-3C14-E6AC-B019-D7B3A24D242F}"/>
              </a:ext>
            </a:extLst>
          </p:cNvPr>
          <p:cNvGrpSpPr/>
          <p:nvPr/>
        </p:nvGrpSpPr>
        <p:grpSpPr>
          <a:xfrm>
            <a:off x="916535" y="1641387"/>
            <a:ext cx="10081950" cy="3465634"/>
            <a:chOff x="916535" y="1641387"/>
            <a:chExt cx="10081950" cy="3465634"/>
          </a:xfrm>
        </p:grpSpPr>
        <p:sp>
          <p:nvSpPr>
            <p:cNvPr id="6" name="Rectangle 5">
              <a:extLst>
                <a:ext uri="{FF2B5EF4-FFF2-40B4-BE49-F238E27FC236}">
                  <a16:creationId xmlns:a16="http://schemas.microsoft.com/office/drawing/2014/main" id="{EAD91F5F-2C1C-34E5-1DC5-D179B563147A}"/>
                </a:ext>
              </a:extLst>
            </p:cNvPr>
            <p:cNvSpPr/>
            <p:nvPr/>
          </p:nvSpPr>
          <p:spPr>
            <a:xfrm>
              <a:off x="916535" y="1641387"/>
              <a:ext cx="2277089" cy="20600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A0AC1525-2315-9D49-D7AD-C23C210BA867}"/>
                </a:ext>
              </a:extLst>
            </p:cNvPr>
            <p:cNvGrpSpPr/>
            <p:nvPr/>
          </p:nvGrpSpPr>
          <p:grpSpPr>
            <a:xfrm>
              <a:off x="1222090" y="1861253"/>
              <a:ext cx="9776395" cy="3245768"/>
              <a:chOff x="1222090" y="1861253"/>
              <a:chExt cx="9776395" cy="3245768"/>
            </a:xfrm>
          </p:grpSpPr>
          <p:sp>
            <p:nvSpPr>
              <p:cNvPr id="10" name="Rectangle 9">
                <a:extLst>
                  <a:ext uri="{FF2B5EF4-FFF2-40B4-BE49-F238E27FC236}">
                    <a16:creationId xmlns:a16="http://schemas.microsoft.com/office/drawing/2014/main" id="{0B3303DA-7E05-A114-6705-327AF2B8F2D0}"/>
                  </a:ext>
                </a:extLst>
              </p:cNvPr>
              <p:cNvSpPr/>
              <p:nvPr/>
            </p:nvSpPr>
            <p:spPr>
              <a:xfrm>
                <a:off x="1222090"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br>
                  <a:rPr lang="en-IN" b="1" dirty="0">
                    <a:solidFill>
                      <a:schemeClr val="tx1"/>
                    </a:solidFill>
                  </a:rPr>
                </a:br>
                <a:endParaRPr lang="en-IN" dirty="0">
                  <a:solidFill>
                    <a:schemeClr val="tx1"/>
                  </a:solidFill>
                </a:endParaRPr>
              </a:p>
              <a:p>
                <a:pPr marL="285750" indent="-285750">
                  <a:buFont typeface="Courier New" panose="02070309020205020404" pitchFamily="49" charset="0"/>
                  <a:buChar char="o"/>
                </a:pPr>
                <a:r>
                  <a:rPr lang="en-IN" dirty="0">
                    <a:solidFill>
                      <a:schemeClr val="tx1"/>
                    </a:solidFill>
                  </a:rPr>
                  <a:t>Is it True?</a:t>
                </a:r>
              </a:p>
              <a:p>
                <a:br>
                  <a:rPr lang="en-IN" sz="1400" dirty="0">
                    <a:solidFill>
                      <a:schemeClr val="tx1"/>
                    </a:solidFill>
                  </a:rPr>
                </a:br>
                <a:endParaRPr lang="en-IN" dirty="0">
                  <a:solidFill>
                    <a:schemeClr val="tx1"/>
                  </a:solidFill>
                </a:endParaRPr>
              </a:p>
            </p:txBody>
          </p:sp>
          <p:sp>
            <p:nvSpPr>
              <p:cNvPr id="11" name="Rectangle 10">
                <a:extLst>
                  <a:ext uri="{FF2B5EF4-FFF2-40B4-BE49-F238E27FC236}">
                    <a16:creationId xmlns:a16="http://schemas.microsoft.com/office/drawing/2014/main" id="{AF56DE9B-B958-9C44-6F2E-3DAFB9A743A3}"/>
                  </a:ext>
                </a:extLst>
              </p:cNvPr>
              <p:cNvSpPr/>
              <p:nvPr/>
            </p:nvSpPr>
            <p:spPr>
              <a:xfrm>
                <a:off x="3889369"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answer the question?</a:t>
                </a:r>
              </a:p>
            </p:txBody>
          </p:sp>
          <p:sp>
            <p:nvSpPr>
              <p:cNvPr id="12" name="Rectangle 11">
                <a:extLst>
                  <a:ext uri="{FF2B5EF4-FFF2-40B4-BE49-F238E27FC236}">
                    <a16:creationId xmlns:a16="http://schemas.microsoft.com/office/drawing/2014/main" id="{BBD64A8F-96E6-AC44-763A-2D8B104E738D}"/>
                  </a:ext>
                </a:extLst>
              </p:cNvPr>
              <p:cNvSpPr/>
              <p:nvPr/>
            </p:nvSpPr>
            <p:spPr>
              <a:xfrm>
                <a:off x="6556648"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stay within bounds?</a:t>
                </a:r>
              </a:p>
            </p:txBody>
          </p:sp>
          <p:sp>
            <p:nvSpPr>
              <p:cNvPr id="13" name="Rectangle 12">
                <a:extLst>
                  <a:ext uri="{FF2B5EF4-FFF2-40B4-BE49-F238E27FC236}">
                    <a16:creationId xmlns:a16="http://schemas.microsoft.com/office/drawing/2014/main" id="{A88650DB-5FC3-B79D-85C6-AB51DF0BA311}"/>
                  </a:ext>
                </a:extLst>
              </p:cNvPr>
              <p:cNvSpPr/>
              <p:nvPr/>
            </p:nvSpPr>
            <p:spPr>
              <a:xfrm>
                <a:off x="9223927"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14" name="Rectangle 13">
                <a:extLst>
                  <a:ext uri="{FF2B5EF4-FFF2-40B4-BE49-F238E27FC236}">
                    <a16:creationId xmlns:a16="http://schemas.microsoft.com/office/drawing/2014/main" id="{37B9BEC8-79E5-2634-244C-A1785B0E0930}"/>
                  </a:ext>
                </a:extLst>
              </p:cNvPr>
              <p:cNvSpPr/>
              <p:nvPr/>
            </p:nvSpPr>
            <p:spPr>
              <a:xfrm>
                <a:off x="3300671" y="4363293"/>
                <a:ext cx="5590658" cy="743728"/>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Pillars of Responsible Metrics</a:t>
                </a:r>
              </a:p>
            </p:txBody>
          </p:sp>
          <p:cxnSp>
            <p:nvCxnSpPr>
              <p:cNvPr id="16" name="Connector: Elbow 15">
                <a:extLst>
                  <a:ext uri="{FF2B5EF4-FFF2-40B4-BE49-F238E27FC236}">
                    <a16:creationId xmlns:a16="http://schemas.microsoft.com/office/drawing/2014/main" id="{D45AF690-511F-F96C-CF89-E434AEF000F7}"/>
                  </a:ext>
                </a:extLst>
              </p:cNvPr>
              <p:cNvCxnSpPr>
                <a:cxnSpLocks/>
                <a:stCxn id="10" idx="2"/>
                <a:endCxn id="14" idx="0"/>
              </p:cNvCxnSpPr>
              <p:nvPr/>
            </p:nvCxnSpPr>
            <p:spPr>
              <a:xfrm rot="16200000" flipH="1">
                <a:off x="3652765" y="1920057"/>
                <a:ext cx="881743" cy="40047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FABCCC13-DBB8-7DA5-B421-47D945AA0208}"/>
                  </a:ext>
                </a:extLst>
              </p:cNvPr>
              <p:cNvCxnSpPr>
                <a:cxnSpLocks/>
                <a:stCxn id="11" idx="2"/>
                <a:endCxn id="14" idx="0"/>
              </p:cNvCxnSpPr>
              <p:nvPr/>
            </p:nvCxnSpPr>
            <p:spPr>
              <a:xfrm rot="16200000" flipH="1">
                <a:off x="4986405" y="3253697"/>
                <a:ext cx="881743" cy="13374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A8142080-B2C5-4F08-3C5A-917CAB5A45BA}"/>
                  </a:ext>
                </a:extLst>
              </p:cNvPr>
              <p:cNvCxnSpPr>
                <a:cxnSpLocks/>
                <a:stCxn id="12" idx="2"/>
                <a:endCxn id="14" idx="0"/>
              </p:cNvCxnSpPr>
              <p:nvPr/>
            </p:nvCxnSpPr>
            <p:spPr>
              <a:xfrm rot="5400000">
                <a:off x="6320045" y="3257506"/>
                <a:ext cx="881743" cy="132983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A95CEFF8-15A9-4D54-820E-A1CD9958F0F7}"/>
                  </a:ext>
                </a:extLst>
              </p:cNvPr>
              <p:cNvCxnSpPr>
                <a:cxnSpLocks/>
                <a:stCxn id="13" idx="2"/>
                <a:endCxn id="14" idx="0"/>
              </p:cNvCxnSpPr>
              <p:nvPr/>
            </p:nvCxnSpPr>
            <p:spPr>
              <a:xfrm rot="5400000">
                <a:off x="7653684" y="1923866"/>
                <a:ext cx="881743" cy="3997110"/>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46B2414-3B27-784E-C924-A72755DDBABE}"/>
                  </a:ext>
                </a:extLst>
              </p:cNvPr>
              <p:cNvSpPr txBox="1"/>
              <p:nvPr/>
            </p:nvSpPr>
            <p:spPr>
              <a:xfrm>
                <a:off x="9204877" y="1967548"/>
                <a:ext cx="1793608" cy="1369606"/>
              </a:xfrm>
              <a:prstGeom prst="rect">
                <a:avLst/>
              </a:prstGeom>
              <a:noFill/>
            </p:spPr>
            <p:txBody>
              <a:bodyPr wrap="square">
                <a:spAutoFit/>
              </a:bodyP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Is the output safe and transparent?</a:t>
                </a:r>
              </a:p>
            </p:txBody>
          </p:sp>
        </p:grpSp>
      </p:grpSp>
    </p:spTree>
    <p:extLst>
      <p:ext uri="{BB962C8B-B14F-4D97-AF65-F5344CB8AC3E}">
        <p14:creationId xmlns:p14="http://schemas.microsoft.com/office/powerpoint/2010/main" val="3544968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3BEC7-341E-E0F2-53E5-920527F2BE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F124EE-E9F7-9CCD-6254-411529771B4A}"/>
              </a:ext>
            </a:extLst>
          </p:cNvPr>
          <p:cNvSpPr txBox="1"/>
          <p:nvPr/>
        </p:nvSpPr>
        <p:spPr>
          <a:xfrm>
            <a:off x="2297723" y="284402"/>
            <a:ext cx="7596554" cy="461665"/>
          </a:xfrm>
          <a:prstGeom prst="rect">
            <a:avLst/>
          </a:prstGeom>
          <a:noFill/>
        </p:spPr>
        <p:txBody>
          <a:bodyPr wrap="square" rtlCol="0">
            <a:spAutoFit/>
          </a:bodyPr>
          <a:lstStyle/>
          <a:p>
            <a:pPr algn="ctr"/>
            <a:r>
              <a:rPr lang="en-GB" sz="2400" dirty="0"/>
              <a:t>Types of Factual Errors</a:t>
            </a:r>
          </a:p>
        </p:txBody>
      </p:sp>
      <p:sp>
        <p:nvSpPr>
          <p:cNvPr id="5" name="Rectangle: Rounded Corners 4">
            <a:extLst>
              <a:ext uri="{FF2B5EF4-FFF2-40B4-BE49-F238E27FC236}">
                <a16:creationId xmlns:a16="http://schemas.microsoft.com/office/drawing/2014/main" id="{35D9DCA7-DF47-B1D4-88BE-75D6B026ECB5}"/>
              </a:ext>
            </a:extLst>
          </p:cNvPr>
          <p:cNvSpPr/>
          <p:nvPr/>
        </p:nvSpPr>
        <p:spPr>
          <a:xfrm>
            <a:off x="1618508" y="868123"/>
            <a:ext cx="8954984" cy="5705475"/>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nSpc>
                <a:spcPct val="150000"/>
              </a:lnSpc>
              <a:spcBef>
                <a:spcPts val="1200"/>
              </a:spcBef>
              <a:spcAft>
                <a:spcPts val="600"/>
              </a:spcAft>
              <a:buClr>
                <a:srgbClr val="EE2C3C"/>
              </a:buClr>
              <a:buFont typeface="Wingdings" panose="05000000000000000000" pitchFamily="2" charset="2"/>
              <a:buChar char=""/>
              <a:defRPr/>
            </a:pPr>
            <a:r>
              <a:rPr lang="en-IN" b="1" dirty="0">
                <a:solidFill>
                  <a:schemeClr val="tx1"/>
                </a:solidFill>
              </a:rPr>
              <a:t>HALLUCINATION: </a:t>
            </a:r>
            <a:r>
              <a:rPr lang="en-GB" dirty="0">
                <a:solidFill>
                  <a:schemeClr val="tx1"/>
                </a:solidFill>
              </a:rPr>
              <a:t>Generating information that doesn't exist                   </a:t>
            </a:r>
            <a:br>
              <a:rPr lang="en-GB" dirty="0">
                <a:solidFill>
                  <a:schemeClr val="tx1"/>
                </a:solidFill>
              </a:rPr>
            </a:br>
            <a:r>
              <a:rPr lang="en-GB" dirty="0">
                <a:solidFill>
                  <a:schemeClr val="tx1"/>
                </a:solidFill>
              </a:rPr>
              <a:t>	</a:t>
            </a:r>
            <a:r>
              <a:rPr lang="en-GB" sz="1600" dirty="0">
                <a:solidFill>
                  <a:schemeClr val="tx1"/>
                </a:solidFill>
              </a:rPr>
              <a:t>Example: </a:t>
            </a:r>
            <a:r>
              <a:rPr lang="en-GB" sz="1600" i="1" dirty="0">
                <a:solidFill>
                  <a:schemeClr val="tx1"/>
                </a:solidFill>
              </a:rPr>
              <a:t>"Albert Einstein won the Nobel Prize for his theory of relativity"  </a:t>
            </a:r>
            <a:br>
              <a:rPr lang="en-GB" sz="1600" i="1" dirty="0">
                <a:solidFill>
                  <a:schemeClr val="tx1"/>
                </a:solidFill>
              </a:rPr>
            </a:br>
            <a:r>
              <a:rPr lang="en-GB" sz="1600" i="1" dirty="0">
                <a:solidFill>
                  <a:schemeClr val="tx1"/>
                </a:solidFill>
              </a:rPr>
              <a:t>	(Reality: He won for the photoelectric effect)</a:t>
            </a:r>
          </a:p>
          <a:p>
            <a:pPr marL="342900" indent="-342900">
              <a:lnSpc>
                <a:spcPct val="150000"/>
              </a:lnSpc>
              <a:spcBef>
                <a:spcPts val="1200"/>
              </a:spcBef>
              <a:spcAft>
                <a:spcPts val="600"/>
              </a:spcAft>
              <a:buClr>
                <a:srgbClr val="EE2C3C"/>
              </a:buClr>
              <a:buFont typeface="Wingdings" panose="05000000000000000000" pitchFamily="2" charset="2"/>
              <a:buChar char=""/>
              <a:defRPr/>
            </a:pPr>
            <a:r>
              <a:rPr lang="en-IN" b="1" dirty="0">
                <a:solidFill>
                  <a:schemeClr val="tx1"/>
                </a:solidFill>
              </a:rPr>
              <a:t>CONFLATION: </a:t>
            </a:r>
            <a:r>
              <a:rPr lang="en-GB" dirty="0">
                <a:solidFill>
                  <a:schemeClr val="tx1"/>
                </a:solidFill>
              </a:rPr>
              <a:t>Mixing up related but distinct concepts</a:t>
            </a:r>
            <a:br>
              <a:rPr lang="en-GB" dirty="0">
                <a:solidFill>
                  <a:schemeClr val="tx1"/>
                </a:solidFill>
              </a:rPr>
            </a:br>
            <a:r>
              <a:rPr lang="en-GB" dirty="0">
                <a:solidFill>
                  <a:schemeClr val="tx1"/>
                </a:solidFill>
              </a:rPr>
              <a:t>	</a:t>
            </a:r>
            <a:r>
              <a:rPr lang="en-GB" sz="1600" dirty="0">
                <a:solidFill>
                  <a:schemeClr val="tx1"/>
                </a:solidFill>
              </a:rPr>
              <a:t>Example: </a:t>
            </a:r>
            <a:r>
              <a:rPr lang="en-GB" sz="1600" i="1" dirty="0">
                <a:solidFill>
                  <a:schemeClr val="tx1"/>
                </a:solidFill>
              </a:rPr>
              <a:t>"JavaScript and Java are the same language“</a:t>
            </a:r>
          </a:p>
          <a:p>
            <a:pPr marL="342900" indent="-342900">
              <a:lnSpc>
                <a:spcPct val="150000"/>
              </a:lnSpc>
              <a:spcBef>
                <a:spcPts val="1200"/>
              </a:spcBef>
              <a:spcAft>
                <a:spcPts val="600"/>
              </a:spcAft>
              <a:buClr>
                <a:srgbClr val="EE2C3C"/>
              </a:buClr>
              <a:buFont typeface="Wingdings" panose="05000000000000000000" pitchFamily="2" charset="2"/>
              <a:buChar char=""/>
              <a:defRPr/>
            </a:pPr>
            <a:r>
              <a:rPr lang="en-IN" b="1" dirty="0">
                <a:solidFill>
                  <a:schemeClr val="tx1"/>
                </a:solidFill>
              </a:rPr>
              <a:t>TEMPORAL CONFUSION: </a:t>
            </a:r>
            <a:r>
              <a:rPr lang="en-GB" dirty="0">
                <a:solidFill>
                  <a:schemeClr val="tx1"/>
                </a:solidFill>
              </a:rPr>
              <a:t>Incorrect timelines or outdated information</a:t>
            </a:r>
            <a:br>
              <a:rPr lang="en-GB" dirty="0">
                <a:solidFill>
                  <a:schemeClr val="tx1"/>
                </a:solidFill>
              </a:rPr>
            </a:br>
            <a:r>
              <a:rPr lang="en-GB" dirty="0">
                <a:solidFill>
                  <a:schemeClr val="tx1"/>
                </a:solidFill>
              </a:rPr>
              <a:t>	</a:t>
            </a:r>
            <a:r>
              <a:rPr lang="en-IN" sz="1600" dirty="0">
                <a:solidFill>
                  <a:schemeClr val="tx1"/>
                </a:solidFill>
              </a:rPr>
              <a:t>Example: </a:t>
            </a:r>
            <a:r>
              <a:rPr lang="en-IN" sz="1600" i="1" dirty="0">
                <a:solidFill>
                  <a:schemeClr val="tx1"/>
                </a:solidFill>
              </a:rPr>
              <a:t>Stating 2019 population figures for 2024</a:t>
            </a:r>
          </a:p>
          <a:p>
            <a:pPr marL="342900" indent="-342900">
              <a:lnSpc>
                <a:spcPct val="150000"/>
              </a:lnSpc>
              <a:spcBef>
                <a:spcPts val="1200"/>
              </a:spcBef>
              <a:spcAft>
                <a:spcPts val="600"/>
              </a:spcAft>
              <a:buClr>
                <a:srgbClr val="EE2C3C"/>
              </a:buClr>
              <a:buFont typeface="Wingdings" panose="05000000000000000000" pitchFamily="2" charset="2"/>
              <a:buChar char=""/>
              <a:defRPr/>
            </a:pPr>
            <a:r>
              <a:rPr lang="en-IN" b="1" dirty="0">
                <a:solidFill>
                  <a:schemeClr val="tx1"/>
                </a:solidFill>
              </a:rPr>
              <a:t>ATTRIBUTION ERROR: </a:t>
            </a:r>
            <a:r>
              <a:rPr lang="en-IN" dirty="0">
                <a:solidFill>
                  <a:schemeClr val="tx1"/>
                </a:solidFill>
              </a:rPr>
              <a:t>Misattributing quotes, actions, or discoveries</a:t>
            </a:r>
            <a:br>
              <a:rPr lang="en-IN" dirty="0">
                <a:solidFill>
                  <a:schemeClr val="tx1"/>
                </a:solidFill>
              </a:rPr>
            </a:br>
            <a:r>
              <a:rPr lang="en-IN" dirty="0">
                <a:solidFill>
                  <a:schemeClr val="tx1"/>
                </a:solidFill>
              </a:rPr>
              <a:t>	</a:t>
            </a:r>
            <a:r>
              <a:rPr lang="en-GB" sz="1600" dirty="0">
                <a:solidFill>
                  <a:schemeClr val="tx1"/>
                </a:solidFill>
              </a:rPr>
              <a:t>Example: </a:t>
            </a:r>
            <a:r>
              <a:rPr lang="en-GB" sz="1600" i="1" dirty="0">
                <a:solidFill>
                  <a:schemeClr val="tx1"/>
                </a:solidFill>
              </a:rPr>
              <a:t>"As Mark Twain said, 'The definition of insanity is...'" (Actually not Mark Twain)</a:t>
            </a:r>
          </a:p>
          <a:p>
            <a:pPr marL="342900" indent="-342900">
              <a:lnSpc>
                <a:spcPct val="150000"/>
              </a:lnSpc>
              <a:spcBef>
                <a:spcPts val="1200"/>
              </a:spcBef>
              <a:spcAft>
                <a:spcPts val="600"/>
              </a:spcAft>
              <a:buClr>
                <a:srgbClr val="EE2C3C"/>
              </a:buClr>
              <a:buFont typeface="Wingdings" panose="05000000000000000000" pitchFamily="2" charset="2"/>
              <a:buChar char=""/>
              <a:defRPr/>
            </a:pPr>
            <a:r>
              <a:rPr lang="en-GB" b="1" dirty="0">
                <a:solidFill>
                  <a:schemeClr val="tx1"/>
                </a:solidFill>
              </a:rPr>
              <a:t>TEMPORAL CONFUSION: </a:t>
            </a:r>
            <a:r>
              <a:rPr lang="en-GB" dirty="0">
                <a:solidFill>
                  <a:schemeClr val="tx1"/>
                </a:solidFill>
              </a:rPr>
              <a:t>Wrong statistics, dates, or calculations</a:t>
            </a:r>
            <a:br>
              <a:rPr lang="en-GB" dirty="0">
                <a:solidFill>
                  <a:schemeClr val="tx1"/>
                </a:solidFill>
              </a:rPr>
            </a:br>
            <a:r>
              <a:rPr lang="en-GB" dirty="0">
                <a:solidFill>
                  <a:schemeClr val="tx1"/>
                </a:solidFill>
              </a:rPr>
              <a:t>	</a:t>
            </a:r>
            <a:r>
              <a:rPr lang="en-GB" sz="1600" dirty="0">
                <a:solidFill>
                  <a:schemeClr val="tx1"/>
                </a:solidFill>
              </a:rPr>
              <a:t>Example: </a:t>
            </a:r>
            <a:r>
              <a:rPr lang="en-GB" sz="1600" i="1" dirty="0">
                <a:solidFill>
                  <a:schemeClr val="tx1"/>
                </a:solidFill>
              </a:rPr>
              <a:t>"The Earth is 4.5 million years old"  (Should be 4.5 billion)</a:t>
            </a:r>
            <a:endParaRPr lang="en-IN" sz="1600" dirty="0">
              <a:solidFill>
                <a:schemeClr val="tx1"/>
              </a:solidFill>
            </a:endParaRPr>
          </a:p>
        </p:txBody>
      </p:sp>
    </p:spTree>
    <p:extLst>
      <p:ext uri="{BB962C8B-B14F-4D97-AF65-F5344CB8AC3E}">
        <p14:creationId xmlns:p14="http://schemas.microsoft.com/office/powerpoint/2010/main" val="2511846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08C28-9E0B-FBEF-D910-C92BA07006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9F128F-A58B-0D7E-E436-598E0BD6B69A}"/>
              </a:ext>
            </a:extLst>
          </p:cNvPr>
          <p:cNvSpPr txBox="1"/>
          <p:nvPr/>
        </p:nvSpPr>
        <p:spPr>
          <a:xfrm>
            <a:off x="2297723" y="284402"/>
            <a:ext cx="7596554" cy="461665"/>
          </a:xfrm>
          <a:prstGeom prst="rect">
            <a:avLst/>
          </a:prstGeom>
          <a:noFill/>
        </p:spPr>
        <p:txBody>
          <a:bodyPr wrap="square" rtlCol="0">
            <a:spAutoFit/>
          </a:bodyPr>
          <a:lstStyle/>
          <a:p>
            <a:pPr algn="ctr"/>
            <a:r>
              <a:rPr lang="en-GB" sz="2400" dirty="0"/>
              <a:t>Qualitative Grading for Factuality</a:t>
            </a:r>
          </a:p>
        </p:txBody>
      </p:sp>
      <p:graphicFrame>
        <p:nvGraphicFramePr>
          <p:cNvPr id="3" name="Table 2">
            <a:extLst>
              <a:ext uri="{FF2B5EF4-FFF2-40B4-BE49-F238E27FC236}">
                <a16:creationId xmlns:a16="http://schemas.microsoft.com/office/drawing/2014/main" id="{F9120A2C-5B6F-DCAB-840C-C5E0DFC365D5}"/>
              </a:ext>
            </a:extLst>
          </p:cNvPr>
          <p:cNvGraphicFramePr>
            <a:graphicFrameLocks noGrp="1"/>
          </p:cNvGraphicFramePr>
          <p:nvPr>
            <p:extLst>
              <p:ext uri="{D42A27DB-BD31-4B8C-83A1-F6EECF244321}">
                <p14:modId xmlns:p14="http://schemas.microsoft.com/office/powerpoint/2010/main" val="928824115"/>
              </p:ext>
            </p:extLst>
          </p:nvPr>
        </p:nvGraphicFramePr>
        <p:xfrm>
          <a:off x="1262993" y="1862763"/>
          <a:ext cx="9666014" cy="3132474"/>
        </p:xfrm>
        <a:graphic>
          <a:graphicData uri="http://schemas.openxmlformats.org/drawingml/2006/table">
            <a:tbl>
              <a:tblPr firstRow="1" bandRow="1">
                <a:tableStyleId>{21E4AEA4-8DFA-4A89-87EB-49C32662AFE0}</a:tableStyleId>
              </a:tblPr>
              <a:tblGrid>
                <a:gridCol w="1258248">
                  <a:extLst>
                    <a:ext uri="{9D8B030D-6E8A-4147-A177-3AD203B41FA5}">
                      <a16:colId xmlns:a16="http://schemas.microsoft.com/office/drawing/2014/main" val="3429186828"/>
                    </a:ext>
                  </a:extLst>
                </a:gridCol>
                <a:gridCol w="2469421">
                  <a:extLst>
                    <a:ext uri="{9D8B030D-6E8A-4147-A177-3AD203B41FA5}">
                      <a16:colId xmlns:a16="http://schemas.microsoft.com/office/drawing/2014/main" val="715965766"/>
                    </a:ext>
                  </a:extLst>
                </a:gridCol>
                <a:gridCol w="5938345">
                  <a:extLst>
                    <a:ext uri="{9D8B030D-6E8A-4147-A177-3AD203B41FA5}">
                      <a16:colId xmlns:a16="http://schemas.microsoft.com/office/drawing/2014/main" val="2539136891"/>
                    </a:ext>
                  </a:extLst>
                </a:gridCol>
              </a:tblGrid>
              <a:tr h="522079">
                <a:tc>
                  <a:txBody>
                    <a:bodyPr/>
                    <a:lstStyle/>
                    <a:p>
                      <a:pPr algn="ctr"/>
                      <a:r>
                        <a:rPr lang="en-GB" sz="1800" dirty="0"/>
                        <a:t>Score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GB" sz="1800" dirty="0"/>
                        <a:t>Level</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lt1"/>
                          </a:solidFill>
                          <a:effectLst/>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269542072"/>
                  </a:ext>
                </a:extLst>
              </a:tr>
              <a:tr h="522079">
                <a:tc>
                  <a:txBody>
                    <a:bodyPr/>
                    <a:lstStyle/>
                    <a:p>
                      <a:pPr algn="ctr"/>
                      <a:r>
                        <a:rPr lang="en-GB" sz="1800" dirty="0"/>
                        <a:t>5</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Excellent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All claims are accurate and verifiable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2856974"/>
                  </a:ext>
                </a:extLst>
              </a:tr>
              <a:tr h="522079">
                <a:tc>
                  <a:txBody>
                    <a:bodyPr/>
                    <a:lstStyle/>
                    <a:p>
                      <a:pPr algn="ctr"/>
                      <a:r>
                        <a:rPr lang="en-GB" sz="1800" dirty="0"/>
                        <a:t>4</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Good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Minor inaccuracies that don't affect core message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6774169"/>
                  </a:ext>
                </a:extLst>
              </a:tr>
              <a:tr h="522079">
                <a:tc>
                  <a:txBody>
                    <a:bodyPr/>
                    <a:lstStyle/>
                    <a:p>
                      <a:pPr algn="ctr"/>
                      <a:r>
                        <a:rPr lang="en-GB" sz="1800" dirty="0"/>
                        <a:t>3</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Acceptable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Some factual errors but main points are correct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6421012"/>
                  </a:ext>
                </a:extLst>
              </a:tr>
              <a:tr h="522079">
                <a:tc>
                  <a:txBody>
                    <a:bodyPr/>
                    <a:lstStyle/>
                    <a:p>
                      <a:pPr algn="ctr"/>
                      <a:r>
                        <a:rPr lang="en-GB" sz="1800" dirty="0"/>
                        <a:t>2</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Poor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Significant factual errors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6607687"/>
                  </a:ext>
                </a:extLst>
              </a:tr>
              <a:tr h="522079">
                <a:tc>
                  <a:txBody>
                    <a:bodyPr/>
                    <a:lstStyle/>
                    <a:p>
                      <a:pPr algn="ctr"/>
                      <a:r>
                        <a:rPr lang="en-GB" sz="1800" dirty="0"/>
                        <a:t>1</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mn-lt"/>
                          <a:ea typeface="+mn-ea"/>
                          <a:cs typeface="+mn-cs"/>
                        </a:rPr>
                        <a:t>Unacceptable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Predominantly false or fabricated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5536287"/>
                  </a:ext>
                </a:extLst>
              </a:tr>
            </a:tbl>
          </a:graphicData>
        </a:graphic>
      </p:graphicFrame>
    </p:spTree>
    <p:extLst>
      <p:ext uri="{BB962C8B-B14F-4D97-AF65-F5344CB8AC3E}">
        <p14:creationId xmlns:p14="http://schemas.microsoft.com/office/powerpoint/2010/main" val="215932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8F8CD-FA4D-E54B-5076-DC4BA02506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CD0A89-F7B2-2FC4-DC03-0B67C3EF3953}"/>
              </a:ext>
            </a:extLst>
          </p:cNvPr>
          <p:cNvSpPr txBox="1"/>
          <p:nvPr/>
        </p:nvSpPr>
        <p:spPr>
          <a:xfrm>
            <a:off x="2297723" y="281354"/>
            <a:ext cx="7596554" cy="461665"/>
          </a:xfrm>
          <a:prstGeom prst="rect">
            <a:avLst/>
          </a:prstGeom>
          <a:noFill/>
        </p:spPr>
        <p:txBody>
          <a:bodyPr wrap="square" rtlCol="0">
            <a:spAutoFit/>
          </a:bodyPr>
          <a:lstStyle/>
          <a:p>
            <a:pPr algn="ctr"/>
            <a:r>
              <a:rPr lang="en-GB" sz="2400" dirty="0"/>
              <a:t>Qualitative Evaluation Dimensions</a:t>
            </a:r>
            <a:endParaRPr lang="en-IN" sz="2400" dirty="0"/>
          </a:p>
        </p:txBody>
      </p:sp>
      <p:grpSp>
        <p:nvGrpSpPr>
          <p:cNvPr id="6" name="Group 5">
            <a:extLst>
              <a:ext uri="{FF2B5EF4-FFF2-40B4-BE49-F238E27FC236}">
                <a16:creationId xmlns:a16="http://schemas.microsoft.com/office/drawing/2014/main" id="{EBAEEBAA-880E-7AB1-7D6A-C91700F4B28D}"/>
              </a:ext>
            </a:extLst>
          </p:cNvPr>
          <p:cNvGrpSpPr/>
          <p:nvPr/>
        </p:nvGrpSpPr>
        <p:grpSpPr>
          <a:xfrm>
            <a:off x="1222090" y="1624762"/>
            <a:ext cx="9776395" cy="3482259"/>
            <a:chOff x="1222090" y="1624762"/>
            <a:chExt cx="9776395" cy="3482259"/>
          </a:xfrm>
        </p:grpSpPr>
        <p:sp>
          <p:nvSpPr>
            <p:cNvPr id="10" name="Rectangle 9">
              <a:extLst>
                <a:ext uri="{FF2B5EF4-FFF2-40B4-BE49-F238E27FC236}">
                  <a16:creationId xmlns:a16="http://schemas.microsoft.com/office/drawing/2014/main" id="{6809D207-8B4A-7F53-9C34-45E892BE40C8}"/>
                </a:ext>
              </a:extLst>
            </p:cNvPr>
            <p:cNvSpPr/>
            <p:nvPr/>
          </p:nvSpPr>
          <p:spPr>
            <a:xfrm>
              <a:off x="3610483" y="1624762"/>
              <a:ext cx="2277089" cy="20600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FDA1FB6B-7AB7-1384-EBDA-CDBEB609EB6B}"/>
                </a:ext>
              </a:extLst>
            </p:cNvPr>
            <p:cNvGrpSpPr/>
            <p:nvPr/>
          </p:nvGrpSpPr>
          <p:grpSpPr>
            <a:xfrm>
              <a:off x="1222090" y="1861253"/>
              <a:ext cx="9776395" cy="3245768"/>
              <a:chOff x="1222090" y="1861253"/>
              <a:chExt cx="9776395" cy="3245768"/>
            </a:xfrm>
          </p:grpSpPr>
          <p:sp>
            <p:nvSpPr>
              <p:cNvPr id="12" name="Rectangle 11">
                <a:extLst>
                  <a:ext uri="{FF2B5EF4-FFF2-40B4-BE49-F238E27FC236}">
                    <a16:creationId xmlns:a16="http://schemas.microsoft.com/office/drawing/2014/main" id="{33495FC6-6922-3146-36F5-DD3E52B2F156}"/>
                  </a:ext>
                </a:extLst>
              </p:cNvPr>
              <p:cNvSpPr/>
              <p:nvPr/>
            </p:nvSpPr>
            <p:spPr>
              <a:xfrm>
                <a:off x="1222090"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br>
                  <a:rPr lang="en-IN" b="1" dirty="0">
                    <a:solidFill>
                      <a:schemeClr val="tx1"/>
                    </a:solidFill>
                  </a:rPr>
                </a:br>
                <a:endParaRPr lang="en-IN" dirty="0">
                  <a:solidFill>
                    <a:schemeClr val="tx1"/>
                  </a:solidFill>
                </a:endParaRPr>
              </a:p>
              <a:p>
                <a:pPr marL="285750" indent="-285750">
                  <a:buFont typeface="Courier New" panose="02070309020205020404" pitchFamily="49" charset="0"/>
                  <a:buChar char="o"/>
                </a:pPr>
                <a:r>
                  <a:rPr lang="en-IN" dirty="0">
                    <a:solidFill>
                      <a:schemeClr val="tx1"/>
                    </a:solidFill>
                  </a:rPr>
                  <a:t>Is it True?</a:t>
                </a:r>
              </a:p>
              <a:p>
                <a:br>
                  <a:rPr lang="en-IN" sz="1400" dirty="0">
                    <a:solidFill>
                      <a:schemeClr val="tx1"/>
                    </a:solidFill>
                  </a:rPr>
                </a:br>
                <a:endParaRPr lang="en-IN" dirty="0">
                  <a:solidFill>
                    <a:schemeClr val="tx1"/>
                  </a:solidFill>
                </a:endParaRPr>
              </a:p>
            </p:txBody>
          </p:sp>
          <p:sp>
            <p:nvSpPr>
              <p:cNvPr id="13" name="Rectangle 12">
                <a:extLst>
                  <a:ext uri="{FF2B5EF4-FFF2-40B4-BE49-F238E27FC236}">
                    <a16:creationId xmlns:a16="http://schemas.microsoft.com/office/drawing/2014/main" id="{F370EF4E-CB62-E699-E60A-FA7127344B4C}"/>
                  </a:ext>
                </a:extLst>
              </p:cNvPr>
              <p:cNvSpPr/>
              <p:nvPr/>
            </p:nvSpPr>
            <p:spPr>
              <a:xfrm>
                <a:off x="3889369"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answer the question?</a:t>
                </a:r>
              </a:p>
            </p:txBody>
          </p:sp>
          <p:sp>
            <p:nvSpPr>
              <p:cNvPr id="14" name="Rectangle 13">
                <a:extLst>
                  <a:ext uri="{FF2B5EF4-FFF2-40B4-BE49-F238E27FC236}">
                    <a16:creationId xmlns:a16="http://schemas.microsoft.com/office/drawing/2014/main" id="{1B271D0C-3527-6AEA-84FC-CC3EB7ACDBD1}"/>
                  </a:ext>
                </a:extLst>
              </p:cNvPr>
              <p:cNvSpPr/>
              <p:nvPr/>
            </p:nvSpPr>
            <p:spPr>
              <a:xfrm>
                <a:off x="6556648"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stay within bounds?</a:t>
                </a:r>
              </a:p>
            </p:txBody>
          </p:sp>
          <p:sp>
            <p:nvSpPr>
              <p:cNvPr id="16" name="Rectangle 15">
                <a:extLst>
                  <a:ext uri="{FF2B5EF4-FFF2-40B4-BE49-F238E27FC236}">
                    <a16:creationId xmlns:a16="http://schemas.microsoft.com/office/drawing/2014/main" id="{5C9097CA-4906-8F47-3417-71015116FFC5}"/>
                  </a:ext>
                </a:extLst>
              </p:cNvPr>
              <p:cNvSpPr/>
              <p:nvPr/>
            </p:nvSpPr>
            <p:spPr>
              <a:xfrm>
                <a:off x="9223927"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19" name="Rectangle 18">
                <a:extLst>
                  <a:ext uri="{FF2B5EF4-FFF2-40B4-BE49-F238E27FC236}">
                    <a16:creationId xmlns:a16="http://schemas.microsoft.com/office/drawing/2014/main" id="{7AD64070-3BE6-175A-CD5F-62099FC7C4A8}"/>
                  </a:ext>
                </a:extLst>
              </p:cNvPr>
              <p:cNvSpPr/>
              <p:nvPr/>
            </p:nvSpPr>
            <p:spPr>
              <a:xfrm>
                <a:off x="3300671" y="4363293"/>
                <a:ext cx="5590658" cy="743728"/>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Pillars of Responsible Metrics</a:t>
                </a:r>
              </a:p>
            </p:txBody>
          </p:sp>
          <p:cxnSp>
            <p:nvCxnSpPr>
              <p:cNvPr id="20" name="Connector: Elbow 19">
                <a:extLst>
                  <a:ext uri="{FF2B5EF4-FFF2-40B4-BE49-F238E27FC236}">
                    <a16:creationId xmlns:a16="http://schemas.microsoft.com/office/drawing/2014/main" id="{E2535FA6-E5AB-1F17-F3D9-7442F38C52F0}"/>
                  </a:ext>
                </a:extLst>
              </p:cNvPr>
              <p:cNvCxnSpPr>
                <a:cxnSpLocks/>
                <a:stCxn id="12" idx="2"/>
                <a:endCxn id="19" idx="0"/>
              </p:cNvCxnSpPr>
              <p:nvPr/>
            </p:nvCxnSpPr>
            <p:spPr>
              <a:xfrm rot="16200000" flipH="1">
                <a:off x="3652765" y="1920057"/>
                <a:ext cx="881743" cy="40047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245C5F7E-330C-BCA0-8E63-5A4D21627CA2}"/>
                  </a:ext>
                </a:extLst>
              </p:cNvPr>
              <p:cNvCxnSpPr>
                <a:cxnSpLocks/>
                <a:stCxn id="13" idx="2"/>
                <a:endCxn id="19" idx="0"/>
              </p:cNvCxnSpPr>
              <p:nvPr/>
            </p:nvCxnSpPr>
            <p:spPr>
              <a:xfrm rot="16200000" flipH="1">
                <a:off x="4986405" y="3253697"/>
                <a:ext cx="881743" cy="13374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7C850A4B-A7EA-FB4A-43F5-318E159464F8}"/>
                  </a:ext>
                </a:extLst>
              </p:cNvPr>
              <p:cNvCxnSpPr>
                <a:cxnSpLocks/>
                <a:stCxn id="14" idx="2"/>
                <a:endCxn id="19" idx="0"/>
              </p:cNvCxnSpPr>
              <p:nvPr/>
            </p:nvCxnSpPr>
            <p:spPr>
              <a:xfrm rot="5400000">
                <a:off x="6320045" y="3257506"/>
                <a:ext cx="881743" cy="132983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C44990D3-4B8B-D2EF-0BB1-AFA9BC7ABB9F}"/>
                  </a:ext>
                </a:extLst>
              </p:cNvPr>
              <p:cNvCxnSpPr>
                <a:cxnSpLocks/>
                <a:stCxn id="16" idx="2"/>
                <a:endCxn id="19" idx="0"/>
              </p:cNvCxnSpPr>
              <p:nvPr/>
            </p:nvCxnSpPr>
            <p:spPr>
              <a:xfrm rot="5400000">
                <a:off x="7653684" y="1923866"/>
                <a:ext cx="881743" cy="3997110"/>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7EAF80E-C523-B497-9130-A26956593E55}"/>
                  </a:ext>
                </a:extLst>
              </p:cNvPr>
              <p:cNvSpPr txBox="1"/>
              <p:nvPr/>
            </p:nvSpPr>
            <p:spPr>
              <a:xfrm>
                <a:off x="9204877" y="1967548"/>
                <a:ext cx="1793608" cy="1369606"/>
              </a:xfrm>
              <a:prstGeom prst="rect">
                <a:avLst/>
              </a:prstGeom>
              <a:noFill/>
            </p:spPr>
            <p:txBody>
              <a:bodyPr wrap="square">
                <a:spAutoFit/>
              </a:bodyP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Is the output safe and transparent?</a:t>
                </a:r>
              </a:p>
            </p:txBody>
          </p:sp>
        </p:grpSp>
      </p:grpSp>
    </p:spTree>
    <p:extLst>
      <p:ext uri="{BB962C8B-B14F-4D97-AF65-F5344CB8AC3E}">
        <p14:creationId xmlns:p14="http://schemas.microsoft.com/office/powerpoint/2010/main" val="2882936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789C-2B88-3C95-0FB2-4CB323B7F6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3DFEB8-7B80-256B-015A-9C7CDEA5DE3E}"/>
              </a:ext>
            </a:extLst>
          </p:cNvPr>
          <p:cNvSpPr txBox="1"/>
          <p:nvPr/>
        </p:nvSpPr>
        <p:spPr>
          <a:xfrm>
            <a:off x="2297723" y="284402"/>
            <a:ext cx="7596554" cy="461665"/>
          </a:xfrm>
          <a:prstGeom prst="rect">
            <a:avLst/>
          </a:prstGeom>
          <a:noFill/>
        </p:spPr>
        <p:txBody>
          <a:bodyPr wrap="square" rtlCol="0">
            <a:spAutoFit/>
          </a:bodyPr>
          <a:lstStyle/>
          <a:p>
            <a:pPr algn="ctr"/>
            <a:r>
              <a:rPr lang="en-GB" sz="2400" dirty="0"/>
              <a:t>Relevancy Check</a:t>
            </a:r>
          </a:p>
        </p:txBody>
      </p:sp>
      <p:sp>
        <p:nvSpPr>
          <p:cNvPr id="6" name="Rectangle 5">
            <a:extLst>
              <a:ext uri="{FF2B5EF4-FFF2-40B4-BE49-F238E27FC236}">
                <a16:creationId xmlns:a16="http://schemas.microsoft.com/office/drawing/2014/main" id="{88F286B1-54CE-F7D8-6ABD-5A0F1B3DC3E6}"/>
              </a:ext>
            </a:extLst>
          </p:cNvPr>
          <p:cNvSpPr/>
          <p:nvPr/>
        </p:nvSpPr>
        <p:spPr>
          <a:xfrm>
            <a:off x="5417792" y="1707861"/>
            <a:ext cx="6231283" cy="4259451"/>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b="1" dirty="0">
              <a:solidFill>
                <a:schemeClr val="tx1"/>
              </a:solidFill>
            </a:endParaRPr>
          </a:p>
          <a:p>
            <a:endParaRPr lang="en-IN" b="1" dirty="0">
              <a:solidFill>
                <a:schemeClr val="tx1"/>
              </a:solidFill>
            </a:endParaRPr>
          </a:p>
          <a:p>
            <a:r>
              <a:rPr lang="en-IN" b="1" dirty="0">
                <a:solidFill>
                  <a:schemeClr val="tx1"/>
                </a:solidFill>
              </a:rPr>
              <a:t>Example Query: </a:t>
            </a:r>
            <a:r>
              <a:rPr lang="en-GB" i="1" dirty="0">
                <a:solidFill>
                  <a:schemeClr val="tx1"/>
                </a:solidFill>
              </a:rPr>
              <a:t>How do I fix a memory leak in my Python application</a:t>
            </a:r>
            <a:r>
              <a:rPr lang="en-GB" dirty="0">
                <a:solidFill>
                  <a:schemeClr val="tx1"/>
                </a:solidFill>
              </a:rPr>
              <a:t>?</a:t>
            </a:r>
          </a:p>
          <a:p>
            <a:endParaRPr lang="en-GB" dirty="0">
              <a:solidFill>
                <a:schemeClr val="tx1"/>
              </a:solidFill>
            </a:endParaRPr>
          </a:p>
          <a:p>
            <a:pPr marL="285750" indent="-285750">
              <a:buFont typeface="Courier New" panose="02070309020205020404" pitchFamily="49" charset="0"/>
              <a:buChar char="o"/>
            </a:pPr>
            <a:r>
              <a:rPr lang="en-GB" b="1" dirty="0">
                <a:solidFill>
                  <a:schemeClr val="tx1"/>
                </a:solidFill>
              </a:rPr>
              <a:t>Direct</a:t>
            </a:r>
            <a:r>
              <a:rPr lang="en-GB" dirty="0">
                <a:solidFill>
                  <a:schemeClr val="tx1"/>
                </a:solidFill>
              </a:rPr>
              <a:t>: “</a:t>
            </a:r>
            <a:r>
              <a:rPr lang="en-GB" i="1" dirty="0">
                <a:solidFill>
                  <a:schemeClr val="tx1"/>
                </a:solidFill>
              </a:rPr>
              <a:t>To identify memory leaks, use `</a:t>
            </a:r>
            <a:r>
              <a:rPr lang="en-GB" i="1" dirty="0" err="1">
                <a:solidFill>
                  <a:schemeClr val="tx1"/>
                </a:solidFill>
              </a:rPr>
              <a:t>tracemalloc</a:t>
            </a:r>
            <a:r>
              <a:rPr lang="en-GB" i="1" dirty="0">
                <a:solidFill>
                  <a:schemeClr val="tx1"/>
                </a:solidFill>
              </a:rPr>
              <a:t>` or `</a:t>
            </a:r>
            <a:r>
              <a:rPr lang="en-GB" i="1" dirty="0" err="1">
                <a:solidFill>
                  <a:schemeClr val="tx1"/>
                </a:solidFill>
              </a:rPr>
              <a:t>objgraph</a:t>
            </a:r>
            <a:r>
              <a:rPr lang="en-GB" i="1" dirty="0">
                <a:solidFill>
                  <a:schemeClr val="tx1"/>
                </a:solidFill>
              </a:rPr>
              <a:t> ‘. Here’s how to trace allocations...</a:t>
            </a:r>
            <a:r>
              <a:rPr lang="en-IN" dirty="0">
                <a:solidFill>
                  <a:schemeClr val="tx1"/>
                </a:solidFill>
              </a:rPr>
              <a:t>” (High Score)</a:t>
            </a:r>
          </a:p>
          <a:p>
            <a:pPr marL="285750" indent="-285750">
              <a:buFont typeface="Courier New" panose="02070309020205020404" pitchFamily="49" charset="0"/>
              <a:buChar char="o"/>
            </a:pPr>
            <a:endParaRPr lang="en-IN" dirty="0">
              <a:solidFill>
                <a:schemeClr val="tx1"/>
              </a:solidFill>
            </a:endParaRPr>
          </a:p>
          <a:p>
            <a:pPr marL="285750" indent="-285750">
              <a:buFont typeface="Courier New" panose="02070309020205020404" pitchFamily="49" charset="0"/>
              <a:buChar char="o"/>
            </a:pPr>
            <a:r>
              <a:rPr lang="en-IN" b="1" dirty="0">
                <a:solidFill>
                  <a:schemeClr val="tx1"/>
                </a:solidFill>
              </a:rPr>
              <a:t>Tangential</a:t>
            </a:r>
            <a:r>
              <a:rPr lang="en-GB" dirty="0">
                <a:solidFill>
                  <a:schemeClr val="tx1"/>
                </a:solidFill>
              </a:rPr>
              <a:t>: “</a:t>
            </a:r>
            <a:r>
              <a:rPr lang="en-GB" i="1" dirty="0">
                <a:solidFill>
                  <a:schemeClr val="tx1"/>
                </a:solidFill>
              </a:rPr>
              <a:t>Memory management in Python uses garbage collection. The </a:t>
            </a:r>
            <a:r>
              <a:rPr lang="en-IN" i="1" dirty="0">
                <a:solidFill>
                  <a:schemeClr val="tx1"/>
                </a:solidFill>
              </a:rPr>
              <a:t>GC module provides interfaces...” </a:t>
            </a:r>
            <a:r>
              <a:rPr lang="en-IN" dirty="0">
                <a:solidFill>
                  <a:schemeClr val="tx1"/>
                </a:solidFill>
              </a:rPr>
              <a:t>(Medium Score)</a:t>
            </a:r>
          </a:p>
          <a:p>
            <a:pPr marL="285750" indent="-285750">
              <a:buFont typeface="Courier New" panose="02070309020205020404" pitchFamily="49" charset="0"/>
              <a:buChar char="o"/>
            </a:pPr>
            <a:endParaRPr lang="en-IN" dirty="0">
              <a:solidFill>
                <a:schemeClr val="tx1"/>
              </a:solidFill>
            </a:endParaRPr>
          </a:p>
          <a:p>
            <a:pPr marL="285750" indent="-285750">
              <a:buFont typeface="Courier New" panose="02070309020205020404" pitchFamily="49" charset="0"/>
              <a:buChar char="o"/>
            </a:pPr>
            <a:r>
              <a:rPr lang="en-IN" b="1" dirty="0">
                <a:solidFill>
                  <a:schemeClr val="tx1"/>
                </a:solidFill>
              </a:rPr>
              <a:t>Off-topic</a:t>
            </a:r>
            <a:r>
              <a:rPr lang="en-GB" dirty="0">
                <a:solidFill>
                  <a:schemeClr val="tx1"/>
                </a:solidFill>
              </a:rPr>
              <a:t>: “</a:t>
            </a:r>
            <a:r>
              <a:rPr lang="en-GB" i="1" dirty="0">
                <a:solidFill>
                  <a:schemeClr val="tx1"/>
                </a:solidFill>
              </a:rPr>
              <a:t>Python was created by Guido van Rossum in 1991. It's a versatile programming language...</a:t>
            </a:r>
            <a:r>
              <a:rPr lang="en-IN" dirty="0">
                <a:solidFill>
                  <a:schemeClr val="tx1"/>
                </a:solidFill>
              </a:rPr>
              <a:t>” (Low Score)</a:t>
            </a:r>
            <a:endParaRPr lang="en-GB" dirty="0">
              <a:solidFill>
                <a:schemeClr val="tx1"/>
              </a:solidFill>
            </a:endParaRPr>
          </a:p>
          <a:p>
            <a:pPr marL="285750" indent="-285750">
              <a:buFont typeface="Courier New" panose="02070309020205020404" pitchFamily="49" charset="0"/>
              <a:buChar char="o"/>
            </a:pPr>
            <a:endParaRPr lang="en-GB" dirty="0">
              <a:solidFill>
                <a:schemeClr val="tx1"/>
              </a:solidFill>
            </a:endParaRPr>
          </a:p>
          <a:p>
            <a:pPr algn="ctr"/>
            <a:endParaRPr lang="en-IN" dirty="0">
              <a:solidFill>
                <a:schemeClr val="tx1"/>
              </a:solidFill>
            </a:endParaRPr>
          </a:p>
        </p:txBody>
      </p:sp>
      <p:sp>
        <p:nvSpPr>
          <p:cNvPr id="3" name="Rectangle 2">
            <a:extLst>
              <a:ext uri="{FF2B5EF4-FFF2-40B4-BE49-F238E27FC236}">
                <a16:creationId xmlns:a16="http://schemas.microsoft.com/office/drawing/2014/main" id="{489D96EA-2342-6AFB-E4DD-6E2E90629B44}"/>
              </a:ext>
            </a:extLst>
          </p:cNvPr>
          <p:cNvSpPr/>
          <p:nvPr/>
        </p:nvSpPr>
        <p:spPr>
          <a:xfrm>
            <a:off x="735298" y="2517449"/>
            <a:ext cx="1371380" cy="6265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Direct Answer</a:t>
            </a:r>
            <a:endParaRPr lang="en-IN" dirty="0">
              <a:solidFill>
                <a:srgbClr val="002060"/>
              </a:solidFill>
            </a:endParaRPr>
          </a:p>
        </p:txBody>
      </p:sp>
      <p:sp>
        <p:nvSpPr>
          <p:cNvPr id="4" name="Rectangle 3">
            <a:extLst>
              <a:ext uri="{FF2B5EF4-FFF2-40B4-BE49-F238E27FC236}">
                <a16:creationId xmlns:a16="http://schemas.microsoft.com/office/drawing/2014/main" id="{03C899E3-9A5C-3BB2-4771-45D7B8AEEA62}"/>
              </a:ext>
            </a:extLst>
          </p:cNvPr>
          <p:cNvSpPr/>
          <p:nvPr/>
        </p:nvSpPr>
        <p:spPr>
          <a:xfrm>
            <a:off x="3227574" y="2516502"/>
            <a:ext cx="1371380" cy="6265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Direct Answer</a:t>
            </a:r>
            <a:endParaRPr lang="en-IN" dirty="0">
              <a:solidFill>
                <a:srgbClr val="002060"/>
              </a:solidFill>
            </a:endParaRPr>
          </a:p>
        </p:txBody>
      </p:sp>
      <p:sp>
        <p:nvSpPr>
          <p:cNvPr id="5" name="Rectangle 4">
            <a:extLst>
              <a:ext uri="{FF2B5EF4-FFF2-40B4-BE49-F238E27FC236}">
                <a16:creationId xmlns:a16="http://schemas.microsoft.com/office/drawing/2014/main" id="{13258F5C-401E-728F-7F65-18A27F0C7B41}"/>
              </a:ext>
            </a:extLst>
          </p:cNvPr>
          <p:cNvSpPr/>
          <p:nvPr/>
        </p:nvSpPr>
        <p:spPr>
          <a:xfrm>
            <a:off x="735298" y="3865048"/>
            <a:ext cx="1371380" cy="6265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Direct Answer</a:t>
            </a:r>
            <a:endParaRPr lang="en-IN" dirty="0">
              <a:solidFill>
                <a:srgbClr val="002060"/>
              </a:solidFill>
            </a:endParaRPr>
          </a:p>
        </p:txBody>
      </p:sp>
      <p:sp>
        <p:nvSpPr>
          <p:cNvPr id="8" name="Rectangle 7">
            <a:extLst>
              <a:ext uri="{FF2B5EF4-FFF2-40B4-BE49-F238E27FC236}">
                <a16:creationId xmlns:a16="http://schemas.microsoft.com/office/drawing/2014/main" id="{C1589A9F-7438-3707-D339-D868AD2BCCFF}"/>
              </a:ext>
            </a:extLst>
          </p:cNvPr>
          <p:cNvSpPr/>
          <p:nvPr/>
        </p:nvSpPr>
        <p:spPr>
          <a:xfrm>
            <a:off x="3227574" y="3865048"/>
            <a:ext cx="1371380" cy="626516"/>
          </a:xfrm>
          <a:prstGeom prst="rect">
            <a:avLst/>
          </a:prstGeom>
          <a:solidFill>
            <a:srgbClr val="F8FF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Tangential Info</a:t>
            </a:r>
            <a:endParaRPr lang="en-IN" dirty="0">
              <a:solidFill>
                <a:schemeClr val="tx1"/>
              </a:solidFill>
            </a:endParaRPr>
          </a:p>
        </p:txBody>
      </p:sp>
      <p:sp>
        <p:nvSpPr>
          <p:cNvPr id="9" name="Rectangle 8">
            <a:extLst>
              <a:ext uri="{FF2B5EF4-FFF2-40B4-BE49-F238E27FC236}">
                <a16:creationId xmlns:a16="http://schemas.microsoft.com/office/drawing/2014/main" id="{DC2D8152-2A3E-175F-2D7A-FC7BE75E5A32}"/>
              </a:ext>
            </a:extLst>
          </p:cNvPr>
          <p:cNvSpPr/>
          <p:nvPr/>
        </p:nvSpPr>
        <p:spPr>
          <a:xfrm>
            <a:off x="735298" y="5150139"/>
            <a:ext cx="1371380" cy="62651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Direct Answer</a:t>
            </a:r>
            <a:endParaRPr lang="en-IN" dirty="0">
              <a:solidFill>
                <a:srgbClr val="002060"/>
              </a:solidFill>
            </a:endParaRPr>
          </a:p>
        </p:txBody>
      </p:sp>
      <p:sp>
        <p:nvSpPr>
          <p:cNvPr id="10" name="Rectangle 9">
            <a:extLst>
              <a:ext uri="{FF2B5EF4-FFF2-40B4-BE49-F238E27FC236}">
                <a16:creationId xmlns:a16="http://schemas.microsoft.com/office/drawing/2014/main" id="{6F28FD6D-0756-8757-2B22-36BD77D74831}"/>
              </a:ext>
            </a:extLst>
          </p:cNvPr>
          <p:cNvSpPr/>
          <p:nvPr/>
        </p:nvSpPr>
        <p:spPr>
          <a:xfrm>
            <a:off x="3227574" y="5150139"/>
            <a:ext cx="1371380" cy="62651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Unrelated Content</a:t>
            </a:r>
            <a:endParaRPr lang="en-IN" dirty="0">
              <a:solidFill>
                <a:schemeClr val="tx1"/>
              </a:solidFill>
            </a:endParaRPr>
          </a:p>
        </p:txBody>
      </p:sp>
      <p:sp>
        <p:nvSpPr>
          <p:cNvPr id="11" name="TextBox 10">
            <a:extLst>
              <a:ext uri="{FF2B5EF4-FFF2-40B4-BE49-F238E27FC236}">
                <a16:creationId xmlns:a16="http://schemas.microsoft.com/office/drawing/2014/main" id="{D69DACBD-C322-0798-36C3-8D2884602D32}"/>
              </a:ext>
            </a:extLst>
          </p:cNvPr>
          <p:cNvSpPr txBox="1"/>
          <p:nvPr/>
        </p:nvSpPr>
        <p:spPr>
          <a:xfrm>
            <a:off x="2186152" y="890688"/>
            <a:ext cx="7819695" cy="369332"/>
          </a:xfrm>
          <a:prstGeom prst="rect">
            <a:avLst/>
          </a:prstGeom>
          <a:noFill/>
        </p:spPr>
        <p:txBody>
          <a:bodyPr wrap="square" rtlCol="0">
            <a:spAutoFit/>
          </a:bodyPr>
          <a:lstStyle/>
          <a:p>
            <a:pPr algn="ctr"/>
            <a:r>
              <a:rPr lang="en-GB" dirty="0"/>
              <a:t>How well the response addresses what the user actually wants to know</a:t>
            </a:r>
          </a:p>
        </p:txBody>
      </p:sp>
      <p:sp>
        <p:nvSpPr>
          <p:cNvPr id="15" name="TextBox 14">
            <a:extLst>
              <a:ext uri="{FF2B5EF4-FFF2-40B4-BE49-F238E27FC236}">
                <a16:creationId xmlns:a16="http://schemas.microsoft.com/office/drawing/2014/main" id="{9A885077-4D39-8CF1-96BF-168E47AC2648}"/>
              </a:ext>
            </a:extLst>
          </p:cNvPr>
          <p:cNvSpPr txBox="1"/>
          <p:nvPr/>
        </p:nvSpPr>
        <p:spPr>
          <a:xfrm>
            <a:off x="403345" y="1885404"/>
            <a:ext cx="2169740" cy="459293"/>
          </a:xfrm>
          <a:prstGeom prst="rect">
            <a:avLst/>
          </a:prstGeom>
          <a:noFill/>
        </p:spPr>
        <p:txBody>
          <a:bodyPr wrap="square">
            <a:spAutoFit/>
          </a:bodyPr>
          <a:lstStyle/>
          <a:p>
            <a:pPr algn="ctr">
              <a:lnSpc>
                <a:spcPts val="1425"/>
              </a:lnSpc>
              <a:buNone/>
            </a:pPr>
            <a:r>
              <a:rPr lang="en-IN" sz="1600" b="1" dirty="0">
                <a:solidFill>
                  <a:srgbClr val="333333"/>
                </a:solidFill>
                <a:effectLst/>
                <a:latin typeface="+mj-lt"/>
              </a:rPr>
              <a:t>USER INTENT</a:t>
            </a:r>
          </a:p>
          <a:p>
            <a:pPr algn="ctr">
              <a:lnSpc>
                <a:spcPts val="1425"/>
              </a:lnSpc>
              <a:buNone/>
            </a:pPr>
            <a:r>
              <a:rPr lang="en-IN" sz="1600" b="1" i="1" dirty="0">
                <a:solidFill>
                  <a:srgbClr val="333333"/>
                </a:solidFill>
                <a:latin typeface="+mj-lt"/>
              </a:rPr>
              <a:t>(What they want?)</a:t>
            </a:r>
            <a:endParaRPr lang="en-IN" sz="1600" b="1" i="1" dirty="0">
              <a:solidFill>
                <a:srgbClr val="333333"/>
              </a:solidFill>
              <a:effectLst/>
              <a:latin typeface="+mj-lt"/>
            </a:endParaRPr>
          </a:p>
        </p:txBody>
      </p:sp>
      <p:sp>
        <p:nvSpPr>
          <p:cNvPr id="16" name="TextBox 15">
            <a:extLst>
              <a:ext uri="{FF2B5EF4-FFF2-40B4-BE49-F238E27FC236}">
                <a16:creationId xmlns:a16="http://schemas.microsoft.com/office/drawing/2014/main" id="{EC6AE9D8-3C63-E8AA-3292-C53439994137}"/>
              </a:ext>
            </a:extLst>
          </p:cNvPr>
          <p:cNvSpPr txBox="1"/>
          <p:nvPr/>
        </p:nvSpPr>
        <p:spPr>
          <a:xfrm>
            <a:off x="2910568" y="1885425"/>
            <a:ext cx="2169740" cy="451406"/>
          </a:xfrm>
          <a:prstGeom prst="rect">
            <a:avLst/>
          </a:prstGeom>
          <a:noFill/>
        </p:spPr>
        <p:txBody>
          <a:bodyPr wrap="square">
            <a:spAutoFit/>
          </a:bodyPr>
          <a:lstStyle/>
          <a:p>
            <a:pPr algn="ctr">
              <a:lnSpc>
                <a:spcPts val="1425"/>
              </a:lnSpc>
              <a:buNone/>
            </a:pPr>
            <a:r>
              <a:rPr lang="en-IN" sz="1600" b="1" dirty="0">
                <a:solidFill>
                  <a:srgbClr val="333333"/>
                </a:solidFill>
                <a:effectLst/>
                <a:latin typeface="+mj-lt"/>
              </a:rPr>
              <a:t>LLM RESPONSE</a:t>
            </a:r>
          </a:p>
          <a:p>
            <a:pPr algn="ctr">
              <a:lnSpc>
                <a:spcPts val="1425"/>
              </a:lnSpc>
              <a:buNone/>
            </a:pPr>
            <a:r>
              <a:rPr lang="en-IN" sz="1600" b="1" i="1" dirty="0">
                <a:solidFill>
                  <a:srgbClr val="333333"/>
                </a:solidFill>
                <a:latin typeface="+mj-lt"/>
              </a:rPr>
              <a:t>(What it provides)</a:t>
            </a:r>
            <a:endParaRPr lang="en-IN" sz="1600" b="1" i="1" dirty="0">
              <a:solidFill>
                <a:srgbClr val="333333"/>
              </a:solidFill>
              <a:effectLst/>
              <a:latin typeface="+mj-lt"/>
            </a:endParaRPr>
          </a:p>
        </p:txBody>
      </p:sp>
      <p:cxnSp>
        <p:nvCxnSpPr>
          <p:cNvPr id="18" name="Straight Arrow Connector 17">
            <a:extLst>
              <a:ext uri="{FF2B5EF4-FFF2-40B4-BE49-F238E27FC236}">
                <a16:creationId xmlns:a16="http://schemas.microsoft.com/office/drawing/2014/main" id="{45BA3564-1F22-219D-8090-002B3A7F4DD6}"/>
              </a:ext>
            </a:extLst>
          </p:cNvPr>
          <p:cNvCxnSpPr>
            <a:stCxn id="3" idx="3"/>
            <a:endCxn id="4" idx="1"/>
          </p:cNvCxnSpPr>
          <p:nvPr/>
        </p:nvCxnSpPr>
        <p:spPr>
          <a:xfrm flipV="1">
            <a:off x="2106678" y="2829760"/>
            <a:ext cx="1120896" cy="94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C681E515-EB4A-0A81-BE98-50581A3243AC}"/>
              </a:ext>
            </a:extLst>
          </p:cNvPr>
          <p:cNvSpPr txBox="1"/>
          <p:nvPr/>
        </p:nvSpPr>
        <p:spPr>
          <a:xfrm>
            <a:off x="2140773" y="2829760"/>
            <a:ext cx="1052705" cy="523220"/>
          </a:xfrm>
          <a:prstGeom prst="rect">
            <a:avLst/>
          </a:prstGeom>
          <a:noFill/>
        </p:spPr>
        <p:txBody>
          <a:bodyPr wrap="square" rtlCol="0">
            <a:spAutoFit/>
          </a:bodyPr>
          <a:lstStyle/>
          <a:p>
            <a:pPr algn="ctr"/>
            <a:r>
              <a:rPr lang="en-GB" sz="1400" dirty="0"/>
              <a:t>Perfect Match</a:t>
            </a:r>
          </a:p>
        </p:txBody>
      </p:sp>
      <p:cxnSp>
        <p:nvCxnSpPr>
          <p:cNvPr id="22" name="Straight Connector 21">
            <a:extLst>
              <a:ext uri="{FF2B5EF4-FFF2-40B4-BE49-F238E27FC236}">
                <a16:creationId xmlns:a16="http://schemas.microsoft.com/office/drawing/2014/main" id="{1D4272D1-F605-13A4-ADD5-A95ACD05F4A4}"/>
              </a:ext>
            </a:extLst>
          </p:cNvPr>
          <p:cNvCxnSpPr>
            <a:cxnSpLocks/>
            <a:stCxn id="5" idx="3"/>
            <a:endCxn id="8" idx="1"/>
          </p:cNvCxnSpPr>
          <p:nvPr/>
        </p:nvCxnSpPr>
        <p:spPr>
          <a:xfrm>
            <a:off x="2106678" y="4178306"/>
            <a:ext cx="1120896" cy="0"/>
          </a:xfrm>
          <a:prstGeom prst="line">
            <a:avLst/>
          </a:prstGeom>
          <a:ln>
            <a:prstDash val="dashDot"/>
          </a:ln>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643EEE06-D80C-9D56-4ED0-836F55C5CC74}"/>
              </a:ext>
            </a:extLst>
          </p:cNvPr>
          <p:cNvCxnSpPr>
            <a:cxnSpLocks/>
          </p:cNvCxnSpPr>
          <p:nvPr/>
        </p:nvCxnSpPr>
        <p:spPr>
          <a:xfrm>
            <a:off x="2192530" y="5366277"/>
            <a:ext cx="951405" cy="0"/>
          </a:xfrm>
          <a:prstGeom prst="line">
            <a:avLst/>
          </a:prstGeom>
          <a:ln>
            <a:prstDash val="dash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3D72AC1-C37A-6992-F3C2-6A2570E76081}"/>
                  </a:ext>
                </a:extLst>
              </p:cNvPr>
              <p:cNvSpPr txBox="1"/>
              <p:nvPr/>
            </p:nvSpPr>
            <p:spPr>
              <a:xfrm>
                <a:off x="2159033" y="5260910"/>
                <a:ext cx="1052705"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m:t>
                      </m:r>
                    </m:oMath>
                  </m:oMathPara>
                </a14:m>
                <a:endParaRPr lang="en-IN" sz="2000" b="0" dirty="0"/>
              </a:p>
            </p:txBody>
          </p:sp>
        </mc:Choice>
        <mc:Fallback xmlns="">
          <p:sp>
            <p:nvSpPr>
              <p:cNvPr id="27" name="TextBox 26">
                <a:extLst>
                  <a:ext uri="{FF2B5EF4-FFF2-40B4-BE49-F238E27FC236}">
                    <a16:creationId xmlns:a16="http://schemas.microsoft.com/office/drawing/2014/main" id="{F3D72AC1-C37A-6992-F3C2-6A2570E76081}"/>
                  </a:ext>
                </a:extLst>
              </p:cNvPr>
              <p:cNvSpPr txBox="1">
                <a:spLocks noRot="1" noChangeAspect="1" noMove="1" noResize="1" noEditPoints="1" noAdjustHandles="1" noChangeArrowheads="1" noChangeShapeType="1" noTextEdit="1"/>
              </p:cNvSpPr>
              <p:nvPr/>
            </p:nvSpPr>
            <p:spPr>
              <a:xfrm>
                <a:off x="2159033" y="5260910"/>
                <a:ext cx="1052705" cy="40011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2899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3610-6859-5321-0A4E-88CF55420C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B86A87-6C0C-AFE7-B832-0ECA5D39E34A}"/>
              </a:ext>
            </a:extLst>
          </p:cNvPr>
          <p:cNvSpPr txBox="1"/>
          <p:nvPr/>
        </p:nvSpPr>
        <p:spPr>
          <a:xfrm>
            <a:off x="2297723" y="281354"/>
            <a:ext cx="7596554" cy="461665"/>
          </a:xfrm>
          <a:prstGeom prst="rect">
            <a:avLst/>
          </a:prstGeom>
          <a:noFill/>
        </p:spPr>
        <p:txBody>
          <a:bodyPr wrap="square" rtlCol="0">
            <a:spAutoFit/>
          </a:bodyPr>
          <a:lstStyle/>
          <a:p>
            <a:pPr algn="ctr"/>
            <a:r>
              <a:rPr lang="en-GB" sz="2400" dirty="0"/>
              <a:t>Qualitative Evaluation Dimensions</a:t>
            </a:r>
            <a:endParaRPr lang="en-IN" sz="2400" dirty="0"/>
          </a:p>
        </p:txBody>
      </p:sp>
      <p:grpSp>
        <p:nvGrpSpPr>
          <p:cNvPr id="7" name="Group 6">
            <a:extLst>
              <a:ext uri="{FF2B5EF4-FFF2-40B4-BE49-F238E27FC236}">
                <a16:creationId xmlns:a16="http://schemas.microsoft.com/office/drawing/2014/main" id="{2F39894B-9D85-0BF0-79B4-7F2FDDEB51F7}"/>
              </a:ext>
            </a:extLst>
          </p:cNvPr>
          <p:cNvGrpSpPr/>
          <p:nvPr/>
        </p:nvGrpSpPr>
        <p:grpSpPr>
          <a:xfrm>
            <a:off x="1222090" y="1624762"/>
            <a:ext cx="9776395" cy="3482259"/>
            <a:chOff x="1222090" y="1624762"/>
            <a:chExt cx="9776395" cy="3482259"/>
          </a:xfrm>
        </p:grpSpPr>
        <p:sp>
          <p:nvSpPr>
            <p:cNvPr id="10" name="Rectangle 9">
              <a:extLst>
                <a:ext uri="{FF2B5EF4-FFF2-40B4-BE49-F238E27FC236}">
                  <a16:creationId xmlns:a16="http://schemas.microsoft.com/office/drawing/2014/main" id="{9FB349FC-D5AA-7019-931F-2B46F473C9C4}"/>
                </a:ext>
              </a:extLst>
            </p:cNvPr>
            <p:cNvSpPr/>
            <p:nvPr/>
          </p:nvSpPr>
          <p:spPr>
            <a:xfrm>
              <a:off x="6287288" y="1624762"/>
              <a:ext cx="2277089" cy="20600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FDB79EDE-96F1-37D8-FF43-8F26C3C31E4A}"/>
                </a:ext>
              </a:extLst>
            </p:cNvPr>
            <p:cNvGrpSpPr/>
            <p:nvPr/>
          </p:nvGrpSpPr>
          <p:grpSpPr>
            <a:xfrm>
              <a:off x="1222090" y="1861253"/>
              <a:ext cx="9776395" cy="3245768"/>
              <a:chOff x="1222090" y="1861253"/>
              <a:chExt cx="9776395" cy="3245768"/>
            </a:xfrm>
          </p:grpSpPr>
          <p:sp>
            <p:nvSpPr>
              <p:cNvPr id="12" name="Rectangle 11">
                <a:extLst>
                  <a:ext uri="{FF2B5EF4-FFF2-40B4-BE49-F238E27FC236}">
                    <a16:creationId xmlns:a16="http://schemas.microsoft.com/office/drawing/2014/main" id="{002C6A9C-7E82-AC80-933A-121C65988520}"/>
                  </a:ext>
                </a:extLst>
              </p:cNvPr>
              <p:cNvSpPr/>
              <p:nvPr/>
            </p:nvSpPr>
            <p:spPr>
              <a:xfrm>
                <a:off x="1222090"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br>
                  <a:rPr lang="en-IN" b="1" dirty="0">
                    <a:solidFill>
                      <a:schemeClr val="tx1"/>
                    </a:solidFill>
                  </a:rPr>
                </a:br>
                <a:endParaRPr lang="en-IN" dirty="0">
                  <a:solidFill>
                    <a:schemeClr val="tx1"/>
                  </a:solidFill>
                </a:endParaRPr>
              </a:p>
              <a:p>
                <a:pPr marL="285750" indent="-285750">
                  <a:buFont typeface="Courier New" panose="02070309020205020404" pitchFamily="49" charset="0"/>
                  <a:buChar char="o"/>
                </a:pPr>
                <a:r>
                  <a:rPr lang="en-IN" dirty="0">
                    <a:solidFill>
                      <a:schemeClr val="tx1"/>
                    </a:solidFill>
                  </a:rPr>
                  <a:t>Is it True?</a:t>
                </a:r>
              </a:p>
              <a:p>
                <a:br>
                  <a:rPr lang="en-IN" sz="1400" dirty="0">
                    <a:solidFill>
                      <a:schemeClr val="tx1"/>
                    </a:solidFill>
                  </a:rPr>
                </a:br>
                <a:endParaRPr lang="en-IN" dirty="0">
                  <a:solidFill>
                    <a:schemeClr val="tx1"/>
                  </a:solidFill>
                </a:endParaRPr>
              </a:p>
            </p:txBody>
          </p:sp>
          <p:sp>
            <p:nvSpPr>
              <p:cNvPr id="13" name="Rectangle 12">
                <a:extLst>
                  <a:ext uri="{FF2B5EF4-FFF2-40B4-BE49-F238E27FC236}">
                    <a16:creationId xmlns:a16="http://schemas.microsoft.com/office/drawing/2014/main" id="{859370F5-ACA6-66FA-A835-87D564C0E88F}"/>
                  </a:ext>
                </a:extLst>
              </p:cNvPr>
              <p:cNvSpPr/>
              <p:nvPr/>
            </p:nvSpPr>
            <p:spPr>
              <a:xfrm>
                <a:off x="3889369"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answer the question?</a:t>
                </a:r>
              </a:p>
            </p:txBody>
          </p:sp>
          <p:sp>
            <p:nvSpPr>
              <p:cNvPr id="14" name="Rectangle 13">
                <a:extLst>
                  <a:ext uri="{FF2B5EF4-FFF2-40B4-BE49-F238E27FC236}">
                    <a16:creationId xmlns:a16="http://schemas.microsoft.com/office/drawing/2014/main" id="{899731CB-311E-97B1-32AC-BBE33B07AA60}"/>
                  </a:ext>
                </a:extLst>
              </p:cNvPr>
              <p:cNvSpPr/>
              <p:nvPr/>
            </p:nvSpPr>
            <p:spPr>
              <a:xfrm>
                <a:off x="6556648"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stay within bounds?</a:t>
                </a:r>
              </a:p>
            </p:txBody>
          </p:sp>
          <p:sp>
            <p:nvSpPr>
              <p:cNvPr id="16" name="Rectangle 15">
                <a:extLst>
                  <a:ext uri="{FF2B5EF4-FFF2-40B4-BE49-F238E27FC236}">
                    <a16:creationId xmlns:a16="http://schemas.microsoft.com/office/drawing/2014/main" id="{895D7DEB-9278-584A-5724-AE0C6A936FC1}"/>
                  </a:ext>
                </a:extLst>
              </p:cNvPr>
              <p:cNvSpPr/>
              <p:nvPr/>
            </p:nvSpPr>
            <p:spPr>
              <a:xfrm>
                <a:off x="9223927"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19" name="Rectangle 18">
                <a:extLst>
                  <a:ext uri="{FF2B5EF4-FFF2-40B4-BE49-F238E27FC236}">
                    <a16:creationId xmlns:a16="http://schemas.microsoft.com/office/drawing/2014/main" id="{B15A601E-2327-3B25-C1C7-88336A14C1ED}"/>
                  </a:ext>
                </a:extLst>
              </p:cNvPr>
              <p:cNvSpPr/>
              <p:nvPr/>
            </p:nvSpPr>
            <p:spPr>
              <a:xfrm>
                <a:off x="3300671" y="4363293"/>
                <a:ext cx="5590658" cy="743728"/>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Pillars of Responsible Metrics</a:t>
                </a:r>
              </a:p>
            </p:txBody>
          </p:sp>
          <p:cxnSp>
            <p:nvCxnSpPr>
              <p:cNvPr id="20" name="Connector: Elbow 19">
                <a:extLst>
                  <a:ext uri="{FF2B5EF4-FFF2-40B4-BE49-F238E27FC236}">
                    <a16:creationId xmlns:a16="http://schemas.microsoft.com/office/drawing/2014/main" id="{0656ECC6-B984-97C6-3E63-24DD93405071}"/>
                  </a:ext>
                </a:extLst>
              </p:cNvPr>
              <p:cNvCxnSpPr>
                <a:cxnSpLocks/>
                <a:stCxn id="12" idx="2"/>
                <a:endCxn id="19" idx="0"/>
              </p:cNvCxnSpPr>
              <p:nvPr/>
            </p:nvCxnSpPr>
            <p:spPr>
              <a:xfrm rot="16200000" flipH="1">
                <a:off x="3652765" y="1920057"/>
                <a:ext cx="881743" cy="40047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DF767045-D5CA-1E30-24F0-9E41FC41DE4D}"/>
                  </a:ext>
                </a:extLst>
              </p:cNvPr>
              <p:cNvCxnSpPr>
                <a:cxnSpLocks/>
                <a:stCxn id="13" idx="2"/>
                <a:endCxn id="19" idx="0"/>
              </p:cNvCxnSpPr>
              <p:nvPr/>
            </p:nvCxnSpPr>
            <p:spPr>
              <a:xfrm rot="16200000" flipH="1">
                <a:off x="4986405" y="3253697"/>
                <a:ext cx="881743" cy="13374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8C407529-E524-A116-8A9D-0821AD63EDA1}"/>
                  </a:ext>
                </a:extLst>
              </p:cNvPr>
              <p:cNvCxnSpPr>
                <a:cxnSpLocks/>
                <a:stCxn id="14" idx="2"/>
                <a:endCxn id="19" idx="0"/>
              </p:cNvCxnSpPr>
              <p:nvPr/>
            </p:nvCxnSpPr>
            <p:spPr>
              <a:xfrm rot="5400000">
                <a:off x="6320045" y="3257506"/>
                <a:ext cx="881743" cy="132983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1A797E9B-4F5A-0105-EF80-65D52D9C8FB0}"/>
                  </a:ext>
                </a:extLst>
              </p:cNvPr>
              <p:cNvCxnSpPr>
                <a:cxnSpLocks/>
                <a:stCxn id="16" idx="2"/>
                <a:endCxn id="19" idx="0"/>
              </p:cNvCxnSpPr>
              <p:nvPr/>
            </p:nvCxnSpPr>
            <p:spPr>
              <a:xfrm rot="5400000">
                <a:off x="7653684" y="1923866"/>
                <a:ext cx="881743" cy="3997110"/>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AED38FB-CC13-4705-8D70-641D6137D7F0}"/>
                  </a:ext>
                </a:extLst>
              </p:cNvPr>
              <p:cNvSpPr txBox="1"/>
              <p:nvPr/>
            </p:nvSpPr>
            <p:spPr>
              <a:xfrm>
                <a:off x="9204877" y="1967548"/>
                <a:ext cx="1793608" cy="1369606"/>
              </a:xfrm>
              <a:prstGeom prst="rect">
                <a:avLst/>
              </a:prstGeom>
              <a:noFill/>
            </p:spPr>
            <p:txBody>
              <a:bodyPr wrap="square">
                <a:spAutoFit/>
              </a:bodyP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Is the output safe and transparent?</a:t>
                </a:r>
              </a:p>
            </p:txBody>
          </p:sp>
        </p:grpSp>
      </p:grpSp>
    </p:spTree>
    <p:extLst>
      <p:ext uri="{BB962C8B-B14F-4D97-AF65-F5344CB8AC3E}">
        <p14:creationId xmlns:p14="http://schemas.microsoft.com/office/powerpoint/2010/main" val="3279845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6FEE8-2341-30C2-5FA7-EC82814A52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C363F8-FE4B-DB34-3C7F-AA06CDDFE025}"/>
              </a:ext>
            </a:extLst>
          </p:cNvPr>
          <p:cNvSpPr txBox="1"/>
          <p:nvPr/>
        </p:nvSpPr>
        <p:spPr>
          <a:xfrm>
            <a:off x="2297723" y="284402"/>
            <a:ext cx="7596554" cy="461665"/>
          </a:xfrm>
          <a:prstGeom prst="rect">
            <a:avLst/>
          </a:prstGeom>
          <a:noFill/>
        </p:spPr>
        <p:txBody>
          <a:bodyPr wrap="square" rtlCol="0">
            <a:spAutoFit/>
          </a:bodyPr>
          <a:lstStyle/>
          <a:p>
            <a:pPr algn="ctr"/>
            <a:r>
              <a:rPr lang="en-GB" sz="2400" dirty="0"/>
              <a:t>Alignment Check</a:t>
            </a:r>
          </a:p>
        </p:txBody>
      </p:sp>
      <p:sp>
        <p:nvSpPr>
          <p:cNvPr id="11" name="TextBox 10">
            <a:extLst>
              <a:ext uri="{FF2B5EF4-FFF2-40B4-BE49-F238E27FC236}">
                <a16:creationId xmlns:a16="http://schemas.microsoft.com/office/drawing/2014/main" id="{491772F1-2AFC-C2E5-2609-E59A7D397DC8}"/>
              </a:ext>
            </a:extLst>
          </p:cNvPr>
          <p:cNvSpPr txBox="1"/>
          <p:nvPr/>
        </p:nvSpPr>
        <p:spPr>
          <a:xfrm>
            <a:off x="530773" y="1304460"/>
            <a:ext cx="11130453" cy="369332"/>
          </a:xfrm>
          <a:prstGeom prst="rect">
            <a:avLst/>
          </a:prstGeom>
          <a:noFill/>
        </p:spPr>
        <p:txBody>
          <a:bodyPr wrap="square" rtlCol="0">
            <a:spAutoFit/>
          </a:bodyPr>
          <a:lstStyle/>
          <a:p>
            <a:pPr algn="ctr"/>
            <a:r>
              <a:rPr lang="en-GB" dirty="0"/>
              <a:t>The degree to which the response stays within the boundaries of the provided context</a:t>
            </a:r>
          </a:p>
        </p:txBody>
      </p:sp>
      <p:cxnSp>
        <p:nvCxnSpPr>
          <p:cNvPr id="14" name="Straight Arrow Connector 13">
            <a:extLst>
              <a:ext uri="{FF2B5EF4-FFF2-40B4-BE49-F238E27FC236}">
                <a16:creationId xmlns:a16="http://schemas.microsoft.com/office/drawing/2014/main" id="{575479B5-887C-8A9A-1D1D-1A2997096CE0}"/>
              </a:ext>
            </a:extLst>
          </p:cNvPr>
          <p:cNvCxnSpPr>
            <a:cxnSpLocks/>
          </p:cNvCxnSpPr>
          <p:nvPr/>
        </p:nvCxnSpPr>
        <p:spPr>
          <a:xfrm>
            <a:off x="1066801" y="2866697"/>
            <a:ext cx="975360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EDC4B287-958E-A9B1-15DC-6ECAA3E9FB1F}"/>
              </a:ext>
            </a:extLst>
          </p:cNvPr>
          <p:cNvSpPr txBox="1"/>
          <p:nvPr/>
        </p:nvSpPr>
        <p:spPr>
          <a:xfrm>
            <a:off x="350776" y="2466573"/>
            <a:ext cx="1603324" cy="338554"/>
          </a:xfrm>
          <a:prstGeom prst="rect">
            <a:avLst/>
          </a:prstGeom>
          <a:noFill/>
        </p:spPr>
        <p:txBody>
          <a:bodyPr wrap="none" rtlCol="0">
            <a:spAutoFit/>
          </a:bodyPr>
          <a:lstStyle/>
          <a:p>
            <a:pPr algn="ctr"/>
            <a:r>
              <a:rPr lang="en-GB" sz="1600" b="1" dirty="0"/>
              <a:t>Fully Grounded</a:t>
            </a:r>
            <a:endParaRPr lang="en-IN" sz="1600" b="1" dirty="0"/>
          </a:p>
        </p:txBody>
      </p:sp>
      <p:sp>
        <p:nvSpPr>
          <p:cNvPr id="23" name="TextBox 22">
            <a:extLst>
              <a:ext uri="{FF2B5EF4-FFF2-40B4-BE49-F238E27FC236}">
                <a16:creationId xmlns:a16="http://schemas.microsoft.com/office/drawing/2014/main" id="{2379D29B-F5E3-8735-7D7E-131A351761DD}"/>
              </a:ext>
            </a:extLst>
          </p:cNvPr>
          <p:cNvSpPr txBox="1"/>
          <p:nvPr/>
        </p:nvSpPr>
        <p:spPr>
          <a:xfrm>
            <a:off x="10279515" y="2512753"/>
            <a:ext cx="1330814" cy="338554"/>
          </a:xfrm>
          <a:prstGeom prst="rect">
            <a:avLst/>
          </a:prstGeom>
          <a:noFill/>
        </p:spPr>
        <p:txBody>
          <a:bodyPr wrap="none" rtlCol="0">
            <a:spAutoFit/>
          </a:bodyPr>
          <a:lstStyle/>
          <a:p>
            <a:pPr algn="ctr"/>
            <a:r>
              <a:rPr lang="en-GB" sz="1600" b="1" dirty="0"/>
              <a:t>Ungrounded</a:t>
            </a:r>
            <a:endParaRPr lang="en-IN" sz="1600" b="1" dirty="0"/>
          </a:p>
        </p:txBody>
      </p:sp>
      <p:sp>
        <p:nvSpPr>
          <p:cNvPr id="24" name="Rectangle 23">
            <a:extLst>
              <a:ext uri="{FF2B5EF4-FFF2-40B4-BE49-F238E27FC236}">
                <a16:creationId xmlns:a16="http://schemas.microsoft.com/office/drawing/2014/main" id="{75A9A77C-3C41-430D-598E-5FF752531D4E}"/>
              </a:ext>
            </a:extLst>
          </p:cNvPr>
          <p:cNvSpPr/>
          <p:nvPr/>
        </p:nvSpPr>
        <p:spPr>
          <a:xfrm>
            <a:off x="1508189" y="3425092"/>
            <a:ext cx="2426333" cy="106032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Responses use only the provided context</a:t>
            </a:r>
            <a:endParaRPr lang="en-IN" dirty="0">
              <a:solidFill>
                <a:srgbClr val="002060"/>
              </a:solidFill>
            </a:endParaRPr>
          </a:p>
        </p:txBody>
      </p:sp>
      <p:cxnSp>
        <p:nvCxnSpPr>
          <p:cNvPr id="30" name="Straight Connector 29">
            <a:extLst>
              <a:ext uri="{FF2B5EF4-FFF2-40B4-BE49-F238E27FC236}">
                <a16:creationId xmlns:a16="http://schemas.microsoft.com/office/drawing/2014/main" id="{1315FD04-8717-9F29-BCDC-218AC807C5ED}"/>
              </a:ext>
            </a:extLst>
          </p:cNvPr>
          <p:cNvCxnSpPr>
            <a:cxnSpLocks/>
            <a:endCxn id="24" idx="0"/>
          </p:cNvCxnSpPr>
          <p:nvPr/>
        </p:nvCxnSpPr>
        <p:spPr>
          <a:xfrm>
            <a:off x="2721356" y="2866697"/>
            <a:ext cx="0" cy="558395"/>
          </a:xfrm>
          <a:prstGeom prst="line">
            <a:avLst/>
          </a:prstGeom>
          <a:ln>
            <a:prstDash val="dashDot"/>
          </a:ln>
        </p:spPr>
        <p:style>
          <a:lnRef idx="2">
            <a:schemeClr val="dk1"/>
          </a:lnRef>
          <a:fillRef idx="0">
            <a:schemeClr val="dk1"/>
          </a:fillRef>
          <a:effectRef idx="1">
            <a:schemeClr val="dk1"/>
          </a:effectRef>
          <a:fontRef idx="minor">
            <a:schemeClr val="tx1"/>
          </a:fontRef>
        </p:style>
      </p:cxnSp>
      <p:sp>
        <p:nvSpPr>
          <p:cNvPr id="31" name="Rectangle 30">
            <a:extLst>
              <a:ext uri="{FF2B5EF4-FFF2-40B4-BE49-F238E27FC236}">
                <a16:creationId xmlns:a16="http://schemas.microsoft.com/office/drawing/2014/main" id="{20521C1B-7D83-E790-1AD3-B07D3001E849}"/>
              </a:ext>
            </a:extLst>
          </p:cNvPr>
          <p:cNvSpPr/>
          <p:nvPr/>
        </p:nvSpPr>
        <p:spPr>
          <a:xfrm>
            <a:off x="5013389" y="3425092"/>
            <a:ext cx="2426333" cy="1060323"/>
          </a:xfrm>
          <a:prstGeom prst="rect">
            <a:avLst/>
          </a:prstGeom>
          <a:solidFill>
            <a:srgbClr val="F8FF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Responses extend only the context with general knowledge</a:t>
            </a:r>
            <a:endParaRPr lang="en-IN" dirty="0">
              <a:solidFill>
                <a:schemeClr val="tx1"/>
              </a:solidFill>
            </a:endParaRPr>
          </a:p>
        </p:txBody>
      </p:sp>
      <p:cxnSp>
        <p:nvCxnSpPr>
          <p:cNvPr id="32" name="Straight Connector 31">
            <a:extLst>
              <a:ext uri="{FF2B5EF4-FFF2-40B4-BE49-F238E27FC236}">
                <a16:creationId xmlns:a16="http://schemas.microsoft.com/office/drawing/2014/main" id="{CD795E44-DDF0-9B28-3171-EB17D736CBFC}"/>
              </a:ext>
            </a:extLst>
          </p:cNvPr>
          <p:cNvCxnSpPr>
            <a:cxnSpLocks/>
            <a:endCxn id="31" idx="0"/>
          </p:cNvCxnSpPr>
          <p:nvPr/>
        </p:nvCxnSpPr>
        <p:spPr>
          <a:xfrm>
            <a:off x="6226556" y="2866697"/>
            <a:ext cx="0" cy="558395"/>
          </a:xfrm>
          <a:prstGeom prst="line">
            <a:avLst/>
          </a:prstGeom>
          <a:ln>
            <a:prstDash val="dashDot"/>
          </a:ln>
        </p:spPr>
        <p:style>
          <a:lnRef idx="2">
            <a:schemeClr val="dk1"/>
          </a:lnRef>
          <a:fillRef idx="0">
            <a:schemeClr val="dk1"/>
          </a:fillRef>
          <a:effectRef idx="1">
            <a:schemeClr val="dk1"/>
          </a:effectRef>
          <a:fontRef idx="minor">
            <a:schemeClr val="tx1"/>
          </a:fontRef>
        </p:style>
      </p:cxnSp>
      <p:sp>
        <p:nvSpPr>
          <p:cNvPr id="33" name="Rectangle 32">
            <a:extLst>
              <a:ext uri="{FF2B5EF4-FFF2-40B4-BE49-F238E27FC236}">
                <a16:creationId xmlns:a16="http://schemas.microsoft.com/office/drawing/2014/main" id="{650934E5-4291-DCED-DD15-2D9053FAFE74}"/>
              </a:ext>
            </a:extLst>
          </p:cNvPr>
          <p:cNvSpPr/>
          <p:nvPr/>
        </p:nvSpPr>
        <p:spPr>
          <a:xfrm>
            <a:off x="8518589" y="3425091"/>
            <a:ext cx="2426333" cy="106032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Responses ignore the entire context</a:t>
            </a:r>
            <a:endParaRPr lang="en-IN" dirty="0">
              <a:solidFill>
                <a:schemeClr val="tx1"/>
              </a:solidFill>
            </a:endParaRPr>
          </a:p>
        </p:txBody>
      </p:sp>
      <p:cxnSp>
        <p:nvCxnSpPr>
          <p:cNvPr id="34" name="Straight Connector 33">
            <a:extLst>
              <a:ext uri="{FF2B5EF4-FFF2-40B4-BE49-F238E27FC236}">
                <a16:creationId xmlns:a16="http://schemas.microsoft.com/office/drawing/2014/main" id="{D70881BF-7559-8BAE-C4C0-96459E514B2C}"/>
              </a:ext>
            </a:extLst>
          </p:cNvPr>
          <p:cNvCxnSpPr>
            <a:cxnSpLocks/>
            <a:endCxn id="33" idx="0"/>
          </p:cNvCxnSpPr>
          <p:nvPr/>
        </p:nvCxnSpPr>
        <p:spPr>
          <a:xfrm>
            <a:off x="9731756" y="2866696"/>
            <a:ext cx="0" cy="558395"/>
          </a:xfrm>
          <a:prstGeom prst="line">
            <a:avLst/>
          </a:prstGeom>
          <a:ln>
            <a:prstDash val="dashDot"/>
          </a:ln>
        </p:spPr>
        <p:style>
          <a:lnRef idx="2">
            <a:schemeClr val="dk1"/>
          </a:lnRef>
          <a:fillRef idx="0">
            <a:schemeClr val="dk1"/>
          </a:fillRef>
          <a:effectRef idx="1">
            <a:schemeClr val="dk1"/>
          </a:effectRef>
          <a:fontRef idx="minor">
            <a:schemeClr val="tx1"/>
          </a:fontRef>
        </p:style>
      </p:cxnSp>
      <p:sp>
        <p:nvSpPr>
          <p:cNvPr id="36" name="TextBox 35">
            <a:extLst>
              <a:ext uri="{FF2B5EF4-FFF2-40B4-BE49-F238E27FC236}">
                <a16:creationId xmlns:a16="http://schemas.microsoft.com/office/drawing/2014/main" id="{609C94C9-F090-326C-75EF-51D805FCB5CC}"/>
              </a:ext>
            </a:extLst>
          </p:cNvPr>
          <p:cNvSpPr txBox="1"/>
          <p:nvPr/>
        </p:nvSpPr>
        <p:spPr>
          <a:xfrm>
            <a:off x="1954100" y="2497364"/>
            <a:ext cx="1534511" cy="369332"/>
          </a:xfrm>
          <a:prstGeom prst="rect">
            <a:avLst/>
          </a:prstGeom>
          <a:noFill/>
        </p:spPr>
        <p:txBody>
          <a:bodyPr wrap="square">
            <a:spAutoFit/>
          </a:bodyPr>
          <a:lstStyle/>
          <a:p>
            <a:pPr algn="ctr"/>
            <a:r>
              <a:rPr lang="en-IN" b="1" i="0" dirty="0">
                <a:solidFill>
                  <a:srgbClr val="00B050"/>
                </a:solidFill>
                <a:effectLst/>
                <a:latin typeface="Consolas" panose="020B0609020204030204" pitchFamily="49" charset="0"/>
              </a:rPr>
              <a:t>SAFE </a:t>
            </a:r>
            <a:endParaRPr lang="en-IN" b="1" i="0" dirty="0">
              <a:solidFill>
                <a:srgbClr val="00B050"/>
              </a:solidFill>
              <a:effectLst/>
              <a:latin typeface="Courier New" panose="02070309020205020404" pitchFamily="49" charset="0"/>
            </a:endParaRPr>
          </a:p>
        </p:txBody>
      </p:sp>
      <p:sp>
        <p:nvSpPr>
          <p:cNvPr id="37" name="TextBox 36">
            <a:extLst>
              <a:ext uri="{FF2B5EF4-FFF2-40B4-BE49-F238E27FC236}">
                <a16:creationId xmlns:a16="http://schemas.microsoft.com/office/drawing/2014/main" id="{F9DBA52F-7C2C-8DE9-4004-6EB61FB584FE}"/>
              </a:ext>
            </a:extLst>
          </p:cNvPr>
          <p:cNvSpPr txBox="1"/>
          <p:nvPr/>
        </p:nvSpPr>
        <p:spPr>
          <a:xfrm>
            <a:off x="5459299" y="2497364"/>
            <a:ext cx="1534511" cy="369332"/>
          </a:xfrm>
          <a:prstGeom prst="rect">
            <a:avLst/>
          </a:prstGeom>
          <a:noFill/>
        </p:spPr>
        <p:txBody>
          <a:bodyPr wrap="square">
            <a:spAutoFit/>
          </a:bodyPr>
          <a:lstStyle/>
          <a:p>
            <a:pPr algn="ctr"/>
            <a:r>
              <a:rPr lang="en-IN" b="1" i="0" dirty="0">
                <a:solidFill>
                  <a:srgbClr val="FFC000"/>
                </a:solidFill>
                <a:effectLst/>
                <a:latin typeface="Consolas" panose="020B0609020204030204" pitchFamily="49" charset="0"/>
              </a:rPr>
              <a:t>RISKY </a:t>
            </a:r>
            <a:endParaRPr lang="en-IN" b="1" i="0" dirty="0">
              <a:solidFill>
                <a:srgbClr val="FFC000"/>
              </a:solidFill>
              <a:effectLst/>
              <a:latin typeface="Courier New" panose="02070309020205020404" pitchFamily="49" charset="0"/>
            </a:endParaRPr>
          </a:p>
        </p:txBody>
      </p:sp>
      <p:sp>
        <p:nvSpPr>
          <p:cNvPr id="38" name="TextBox 37">
            <a:extLst>
              <a:ext uri="{FF2B5EF4-FFF2-40B4-BE49-F238E27FC236}">
                <a16:creationId xmlns:a16="http://schemas.microsoft.com/office/drawing/2014/main" id="{3EA0689D-3719-E737-8A5D-F5B5F6130893}"/>
              </a:ext>
            </a:extLst>
          </p:cNvPr>
          <p:cNvSpPr txBox="1"/>
          <p:nvPr/>
        </p:nvSpPr>
        <p:spPr>
          <a:xfrm>
            <a:off x="8964499" y="2512752"/>
            <a:ext cx="1534511" cy="369332"/>
          </a:xfrm>
          <a:prstGeom prst="rect">
            <a:avLst/>
          </a:prstGeom>
          <a:noFill/>
        </p:spPr>
        <p:txBody>
          <a:bodyPr wrap="square">
            <a:spAutoFit/>
          </a:bodyPr>
          <a:lstStyle/>
          <a:p>
            <a:pPr algn="ctr"/>
            <a:r>
              <a:rPr lang="en-IN" b="1" i="0" dirty="0">
                <a:solidFill>
                  <a:srgbClr val="FF0000"/>
                </a:solidFill>
                <a:effectLst/>
                <a:latin typeface="Consolas" panose="020B0609020204030204" pitchFamily="49" charset="0"/>
              </a:rPr>
              <a:t>UNSAFE </a:t>
            </a:r>
            <a:endParaRPr lang="en-IN" b="1" i="0" dirty="0">
              <a:solidFill>
                <a:srgbClr val="FF0000"/>
              </a:solidFill>
              <a:effectLst/>
              <a:latin typeface="Courier New" panose="02070309020205020404" pitchFamily="49" charset="0"/>
            </a:endParaRPr>
          </a:p>
        </p:txBody>
      </p:sp>
    </p:spTree>
    <p:extLst>
      <p:ext uri="{BB962C8B-B14F-4D97-AF65-F5344CB8AC3E}">
        <p14:creationId xmlns:p14="http://schemas.microsoft.com/office/powerpoint/2010/main" val="1463142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8C07-6FBD-223E-E53F-1D60B13FCC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8D6A49-E8B8-3183-4BE5-59F0CC5F8C80}"/>
              </a:ext>
            </a:extLst>
          </p:cNvPr>
          <p:cNvSpPr txBox="1"/>
          <p:nvPr/>
        </p:nvSpPr>
        <p:spPr>
          <a:xfrm>
            <a:off x="2297723" y="284402"/>
            <a:ext cx="7596554" cy="461665"/>
          </a:xfrm>
          <a:prstGeom prst="rect">
            <a:avLst/>
          </a:prstGeom>
          <a:noFill/>
        </p:spPr>
        <p:txBody>
          <a:bodyPr wrap="square" rtlCol="0">
            <a:spAutoFit/>
          </a:bodyPr>
          <a:lstStyle/>
          <a:p>
            <a:pPr algn="ctr"/>
            <a:r>
              <a:rPr lang="en-GB" sz="2400" dirty="0"/>
              <a:t>Alignment Check: Example</a:t>
            </a:r>
          </a:p>
        </p:txBody>
      </p:sp>
      <p:sp>
        <p:nvSpPr>
          <p:cNvPr id="40" name="TextBox 39">
            <a:extLst>
              <a:ext uri="{FF2B5EF4-FFF2-40B4-BE49-F238E27FC236}">
                <a16:creationId xmlns:a16="http://schemas.microsoft.com/office/drawing/2014/main" id="{D66A6933-5B7C-5354-D249-1B2C1D95C61F}"/>
              </a:ext>
            </a:extLst>
          </p:cNvPr>
          <p:cNvSpPr txBox="1"/>
          <p:nvPr/>
        </p:nvSpPr>
        <p:spPr>
          <a:xfrm>
            <a:off x="3048000" y="1515450"/>
            <a:ext cx="6096000" cy="400110"/>
          </a:xfrm>
          <a:prstGeom prst="rect">
            <a:avLst/>
          </a:prstGeom>
          <a:noFill/>
        </p:spPr>
        <p:txBody>
          <a:bodyPr wrap="square">
            <a:spAutoFit/>
          </a:bodyPr>
          <a:lstStyle/>
          <a:p>
            <a:pPr algn="ctr"/>
            <a:r>
              <a:rPr lang="en-GB" sz="2000" b="1" i="0" dirty="0">
                <a:solidFill>
                  <a:srgbClr val="333333"/>
                </a:solidFill>
                <a:effectLst/>
                <a:latin typeface="+mj-lt"/>
              </a:rPr>
              <a:t>User Query: </a:t>
            </a:r>
            <a:r>
              <a:rPr lang="en-GB" sz="2000" b="0" i="0" dirty="0">
                <a:solidFill>
                  <a:srgbClr val="333333"/>
                </a:solidFill>
                <a:effectLst/>
                <a:latin typeface="+mj-lt"/>
              </a:rPr>
              <a:t>"</a:t>
            </a:r>
            <a:r>
              <a:rPr lang="en-GB" sz="2000" b="0" i="1" dirty="0">
                <a:solidFill>
                  <a:srgbClr val="333333"/>
                </a:solidFill>
                <a:effectLst/>
                <a:latin typeface="+mj-lt"/>
              </a:rPr>
              <a:t>How many vacation days do I get?</a:t>
            </a:r>
            <a:r>
              <a:rPr lang="en-GB" sz="2000" b="0" i="0" dirty="0">
                <a:solidFill>
                  <a:srgbClr val="333333"/>
                </a:solidFill>
                <a:effectLst/>
                <a:latin typeface="+mj-lt"/>
              </a:rPr>
              <a:t>"</a:t>
            </a:r>
            <a:endParaRPr lang="en-IN" sz="2000" dirty="0">
              <a:latin typeface="+mj-lt"/>
            </a:endParaRPr>
          </a:p>
        </p:txBody>
      </p:sp>
      <p:sp>
        <p:nvSpPr>
          <p:cNvPr id="49" name="TextBox 48">
            <a:extLst>
              <a:ext uri="{FF2B5EF4-FFF2-40B4-BE49-F238E27FC236}">
                <a16:creationId xmlns:a16="http://schemas.microsoft.com/office/drawing/2014/main" id="{6A408292-A2D8-5DD7-DA06-B3B71F6D37C9}"/>
              </a:ext>
            </a:extLst>
          </p:cNvPr>
          <p:cNvSpPr txBox="1"/>
          <p:nvPr/>
        </p:nvSpPr>
        <p:spPr>
          <a:xfrm>
            <a:off x="594486" y="5013945"/>
            <a:ext cx="3373295" cy="369332"/>
          </a:xfrm>
          <a:prstGeom prst="rect">
            <a:avLst/>
          </a:prstGeom>
          <a:noFill/>
        </p:spPr>
        <p:txBody>
          <a:bodyPr wrap="square">
            <a:spAutoFit/>
          </a:bodyPr>
          <a:lstStyle/>
          <a:p>
            <a:r>
              <a:rPr lang="en-IN" b="0" i="1" dirty="0">
                <a:solidFill>
                  <a:srgbClr val="333333"/>
                </a:solidFill>
                <a:effectLst/>
                <a:latin typeface="+mj-lt"/>
              </a:rPr>
              <a:t>Uses only the provided context</a:t>
            </a:r>
            <a:endParaRPr lang="en-IN" i="1" dirty="0">
              <a:latin typeface="+mj-lt"/>
            </a:endParaRPr>
          </a:p>
        </p:txBody>
      </p:sp>
      <p:sp>
        <p:nvSpPr>
          <p:cNvPr id="56" name="TextBox 55">
            <a:extLst>
              <a:ext uri="{FF2B5EF4-FFF2-40B4-BE49-F238E27FC236}">
                <a16:creationId xmlns:a16="http://schemas.microsoft.com/office/drawing/2014/main" id="{8D77801C-F9D4-6327-5C90-FD940AAE8108}"/>
              </a:ext>
            </a:extLst>
          </p:cNvPr>
          <p:cNvSpPr txBox="1"/>
          <p:nvPr/>
        </p:nvSpPr>
        <p:spPr>
          <a:xfrm>
            <a:off x="4801061" y="5019727"/>
            <a:ext cx="3101942" cy="369332"/>
          </a:xfrm>
          <a:prstGeom prst="rect">
            <a:avLst/>
          </a:prstGeom>
          <a:noFill/>
        </p:spPr>
        <p:txBody>
          <a:bodyPr wrap="square">
            <a:spAutoFit/>
          </a:bodyPr>
          <a:lstStyle/>
          <a:p>
            <a:r>
              <a:rPr lang="en-IN" b="0" i="1" dirty="0">
                <a:solidFill>
                  <a:srgbClr val="333333"/>
                </a:solidFill>
                <a:effectLst/>
                <a:latin typeface="+mj-lt"/>
              </a:rPr>
              <a:t>Adds external information</a:t>
            </a:r>
            <a:endParaRPr lang="en-IN" i="1" dirty="0">
              <a:latin typeface="+mj-lt"/>
            </a:endParaRPr>
          </a:p>
        </p:txBody>
      </p:sp>
      <p:sp>
        <p:nvSpPr>
          <p:cNvPr id="61" name="TextBox 60">
            <a:extLst>
              <a:ext uri="{FF2B5EF4-FFF2-40B4-BE49-F238E27FC236}">
                <a16:creationId xmlns:a16="http://schemas.microsoft.com/office/drawing/2014/main" id="{B4A31B38-F959-21BC-F624-8CBD2261737D}"/>
              </a:ext>
            </a:extLst>
          </p:cNvPr>
          <p:cNvSpPr txBox="1"/>
          <p:nvPr/>
        </p:nvSpPr>
        <p:spPr>
          <a:xfrm>
            <a:off x="8736786" y="5013945"/>
            <a:ext cx="2939546" cy="369332"/>
          </a:xfrm>
          <a:prstGeom prst="rect">
            <a:avLst/>
          </a:prstGeom>
          <a:noFill/>
        </p:spPr>
        <p:txBody>
          <a:bodyPr wrap="square">
            <a:spAutoFit/>
          </a:bodyPr>
          <a:lstStyle/>
          <a:p>
            <a:r>
              <a:rPr lang="en-IN" b="0" i="1" dirty="0">
                <a:solidFill>
                  <a:srgbClr val="333333"/>
                </a:solidFill>
                <a:effectLst/>
                <a:latin typeface="+mj-lt"/>
              </a:rPr>
              <a:t>Ignores provided context</a:t>
            </a:r>
            <a:endParaRPr lang="en-IN" i="1" dirty="0">
              <a:latin typeface="+mj-lt"/>
            </a:endParaRPr>
          </a:p>
        </p:txBody>
      </p:sp>
      <p:sp>
        <p:nvSpPr>
          <p:cNvPr id="3" name="Rectangle: Rounded Corners 2">
            <a:extLst>
              <a:ext uri="{FF2B5EF4-FFF2-40B4-BE49-F238E27FC236}">
                <a16:creationId xmlns:a16="http://schemas.microsoft.com/office/drawing/2014/main" id="{FA637F60-1460-4724-0FE2-D805F771C4FA}"/>
              </a:ext>
            </a:extLst>
          </p:cNvPr>
          <p:cNvSpPr/>
          <p:nvPr/>
        </p:nvSpPr>
        <p:spPr>
          <a:xfrm>
            <a:off x="382318" y="2711375"/>
            <a:ext cx="3671188" cy="2208616"/>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50"/>
                </a:solidFill>
                <a:latin typeface="+mj-lt"/>
              </a:rPr>
              <a:t>Grounded</a:t>
            </a:r>
          </a:p>
          <a:p>
            <a:pPr algn="ctr"/>
            <a:endParaRPr lang="en-IN" b="1" dirty="0">
              <a:solidFill>
                <a:srgbClr val="00B050"/>
              </a:solidFill>
              <a:latin typeface="+mj-lt"/>
            </a:endParaRPr>
          </a:p>
          <a:p>
            <a:pPr algn="ctr"/>
            <a:r>
              <a:rPr lang="en-GB" i="1" dirty="0">
                <a:solidFill>
                  <a:srgbClr val="333333"/>
                </a:solidFill>
                <a:latin typeface="+mj-lt"/>
              </a:rPr>
              <a:t>“According to the policy, full-time employees receive 20 days of paid leave per year.”</a:t>
            </a:r>
            <a:r>
              <a:rPr lang="en-IN" b="1" dirty="0">
                <a:solidFill>
                  <a:srgbClr val="00B050"/>
                </a:solidFill>
                <a:latin typeface="+mj-lt"/>
              </a:rPr>
              <a:t> </a:t>
            </a:r>
          </a:p>
        </p:txBody>
      </p:sp>
      <p:sp>
        <p:nvSpPr>
          <p:cNvPr id="4" name="Rectangle: Rounded Corners 3">
            <a:extLst>
              <a:ext uri="{FF2B5EF4-FFF2-40B4-BE49-F238E27FC236}">
                <a16:creationId xmlns:a16="http://schemas.microsoft.com/office/drawing/2014/main" id="{7B2621B9-69A7-59AF-EDFB-DF3E6852F7F4}"/>
              </a:ext>
            </a:extLst>
          </p:cNvPr>
          <p:cNvSpPr/>
          <p:nvPr/>
        </p:nvSpPr>
        <p:spPr>
          <a:xfrm>
            <a:off x="4250881" y="2698159"/>
            <a:ext cx="3671188" cy="2208616"/>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C000"/>
                </a:solidFill>
                <a:latin typeface="+mj-lt"/>
              </a:rPr>
              <a:t>Partially Grounded</a:t>
            </a:r>
          </a:p>
          <a:p>
            <a:pPr algn="ctr"/>
            <a:endParaRPr lang="en-IN" b="1" dirty="0">
              <a:solidFill>
                <a:srgbClr val="FFC000"/>
              </a:solidFill>
              <a:latin typeface="+mj-lt"/>
            </a:endParaRPr>
          </a:p>
          <a:p>
            <a:pPr algn="ctr"/>
            <a:r>
              <a:rPr lang="en-GB" i="1" dirty="0">
                <a:solidFill>
                  <a:srgbClr val="333333"/>
                </a:solidFill>
                <a:latin typeface="+mj-lt"/>
              </a:rPr>
              <a:t>“You get 20 days. This is similar to the industry average of 15-25 days.”</a:t>
            </a:r>
            <a:r>
              <a:rPr lang="en-IN" b="1" dirty="0">
                <a:solidFill>
                  <a:srgbClr val="FFC000"/>
                </a:solidFill>
                <a:latin typeface="+mj-lt"/>
              </a:rPr>
              <a:t> </a:t>
            </a:r>
          </a:p>
        </p:txBody>
      </p:sp>
      <p:sp>
        <p:nvSpPr>
          <p:cNvPr id="5" name="Rectangle: Rounded Corners 4">
            <a:extLst>
              <a:ext uri="{FF2B5EF4-FFF2-40B4-BE49-F238E27FC236}">
                <a16:creationId xmlns:a16="http://schemas.microsoft.com/office/drawing/2014/main" id="{E5CB7D70-4B26-2638-24DF-4169BD0C464B}"/>
              </a:ext>
            </a:extLst>
          </p:cNvPr>
          <p:cNvSpPr/>
          <p:nvPr/>
        </p:nvSpPr>
        <p:spPr>
          <a:xfrm>
            <a:off x="8119444" y="2698159"/>
            <a:ext cx="3671188" cy="2208616"/>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0000"/>
                </a:solidFill>
                <a:latin typeface="+mj-lt"/>
              </a:rPr>
              <a:t>Ungrounded</a:t>
            </a:r>
          </a:p>
          <a:p>
            <a:pPr algn="ctr"/>
            <a:endParaRPr lang="en-IN" b="1" dirty="0">
              <a:solidFill>
                <a:srgbClr val="FF0000"/>
              </a:solidFill>
              <a:latin typeface="+mj-lt"/>
            </a:endParaRPr>
          </a:p>
          <a:p>
            <a:pPr algn="ctr"/>
            <a:r>
              <a:rPr lang="en-GB" i="1" dirty="0">
                <a:solidFill>
                  <a:srgbClr val="333333"/>
                </a:solidFill>
                <a:latin typeface="+mj-lt"/>
              </a:rPr>
              <a:t>“Typically, employees in the US get around 10-14 days of vacation.”</a:t>
            </a:r>
            <a:r>
              <a:rPr lang="en-IN" b="1" dirty="0">
                <a:solidFill>
                  <a:srgbClr val="FF0000"/>
                </a:solidFill>
                <a:latin typeface="+mj-lt"/>
              </a:rPr>
              <a:t> </a:t>
            </a:r>
          </a:p>
        </p:txBody>
      </p:sp>
    </p:spTree>
    <p:extLst>
      <p:ext uri="{BB962C8B-B14F-4D97-AF65-F5344CB8AC3E}">
        <p14:creationId xmlns:p14="http://schemas.microsoft.com/office/powerpoint/2010/main" val="1795391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7DB6-2E23-F1CF-D07F-79B2388D25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35459C-661A-B4F1-C022-542E825A2C02}"/>
              </a:ext>
            </a:extLst>
          </p:cNvPr>
          <p:cNvSpPr txBox="1"/>
          <p:nvPr/>
        </p:nvSpPr>
        <p:spPr>
          <a:xfrm>
            <a:off x="2297723" y="281354"/>
            <a:ext cx="7596554" cy="461665"/>
          </a:xfrm>
          <a:prstGeom prst="rect">
            <a:avLst/>
          </a:prstGeom>
          <a:noFill/>
        </p:spPr>
        <p:txBody>
          <a:bodyPr wrap="square" rtlCol="0">
            <a:spAutoFit/>
          </a:bodyPr>
          <a:lstStyle/>
          <a:p>
            <a:pPr algn="ctr"/>
            <a:r>
              <a:rPr lang="en-GB" sz="2400" dirty="0"/>
              <a:t>Qualitative Evaluation Dimensions</a:t>
            </a:r>
            <a:endParaRPr lang="en-IN" sz="2400" dirty="0"/>
          </a:p>
        </p:txBody>
      </p:sp>
      <p:grpSp>
        <p:nvGrpSpPr>
          <p:cNvPr id="6" name="Group 5">
            <a:extLst>
              <a:ext uri="{FF2B5EF4-FFF2-40B4-BE49-F238E27FC236}">
                <a16:creationId xmlns:a16="http://schemas.microsoft.com/office/drawing/2014/main" id="{B36EA8B3-83CA-7BA5-7AED-1ECF02A406DA}"/>
              </a:ext>
            </a:extLst>
          </p:cNvPr>
          <p:cNvGrpSpPr/>
          <p:nvPr/>
        </p:nvGrpSpPr>
        <p:grpSpPr>
          <a:xfrm>
            <a:off x="1222090" y="1645117"/>
            <a:ext cx="10009563" cy="3461904"/>
            <a:chOff x="1222090" y="1645117"/>
            <a:chExt cx="10009563" cy="3461904"/>
          </a:xfrm>
        </p:grpSpPr>
        <p:sp>
          <p:nvSpPr>
            <p:cNvPr id="10" name="Rectangle 9">
              <a:extLst>
                <a:ext uri="{FF2B5EF4-FFF2-40B4-BE49-F238E27FC236}">
                  <a16:creationId xmlns:a16="http://schemas.microsoft.com/office/drawing/2014/main" id="{D1F5B12F-6A6F-F1C8-C3D4-3A397B0D8A2C}"/>
                </a:ext>
              </a:extLst>
            </p:cNvPr>
            <p:cNvSpPr/>
            <p:nvPr/>
          </p:nvSpPr>
          <p:spPr>
            <a:xfrm>
              <a:off x="8954564" y="1645117"/>
              <a:ext cx="2277089" cy="20600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F14AAE5D-4FFB-528B-02FA-6F36CED74C51}"/>
                </a:ext>
              </a:extLst>
            </p:cNvPr>
            <p:cNvGrpSpPr/>
            <p:nvPr/>
          </p:nvGrpSpPr>
          <p:grpSpPr>
            <a:xfrm>
              <a:off x="1222090" y="1861253"/>
              <a:ext cx="9776395" cy="3245768"/>
              <a:chOff x="1222090" y="1861253"/>
              <a:chExt cx="9776395" cy="3245768"/>
            </a:xfrm>
          </p:grpSpPr>
          <p:sp>
            <p:nvSpPr>
              <p:cNvPr id="12" name="Rectangle 11">
                <a:extLst>
                  <a:ext uri="{FF2B5EF4-FFF2-40B4-BE49-F238E27FC236}">
                    <a16:creationId xmlns:a16="http://schemas.microsoft.com/office/drawing/2014/main" id="{CC10CEAE-1610-BC32-AC49-0D2CCB07E079}"/>
                  </a:ext>
                </a:extLst>
              </p:cNvPr>
              <p:cNvSpPr/>
              <p:nvPr/>
            </p:nvSpPr>
            <p:spPr>
              <a:xfrm>
                <a:off x="1222090"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Factuality</a:t>
                </a:r>
                <a:br>
                  <a:rPr lang="en-IN" b="1" dirty="0">
                    <a:solidFill>
                      <a:schemeClr val="tx1"/>
                    </a:solidFill>
                  </a:rPr>
                </a:br>
                <a:endParaRPr lang="en-IN" dirty="0">
                  <a:solidFill>
                    <a:schemeClr val="tx1"/>
                  </a:solidFill>
                </a:endParaRPr>
              </a:p>
              <a:p>
                <a:pPr marL="285750" indent="-285750">
                  <a:buFont typeface="Courier New" panose="02070309020205020404" pitchFamily="49" charset="0"/>
                  <a:buChar char="o"/>
                </a:pPr>
                <a:r>
                  <a:rPr lang="en-IN" dirty="0">
                    <a:solidFill>
                      <a:schemeClr val="tx1"/>
                    </a:solidFill>
                  </a:rPr>
                  <a:t>Is it True?</a:t>
                </a:r>
              </a:p>
              <a:p>
                <a:br>
                  <a:rPr lang="en-IN" sz="1400" dirty="0">
                    <a:solidFill>
                      <a:schemeClr val="tx1"/>
                    </a:solidFill>
                  </a:rPr>
                </a:br>
                <a:endParaRPr lang="en-IN" dirty="0">
                  <a:solidFill>
                    <a:schemeClr val="tx1"/>
                  </a:solidFill>
                </a:endParaRPr>
              </a:p>
            </p:txBody>
          </p:sp>
          <p:sp>
            <p:nvSpPr>
              <p:cNvPr id="13" name="Rectangle 12">
                <a:extLst>
                  <a:ext uri="{FF2B5EF4-FFF2-40B4-BE49-F238E27FC236}">
                    <a16:creationId xmlns:a16="http://schemas.microsoft.com/office/drawing/2014/main" id="{0C6C750F-96C5-3D1B-2DB6-71A5200F25D2}"/>
                  </a:ext>
                </a:extLst>
              </p:cNvPr>
              <p:cNvSpPr/>
              <p:nvPr/>
            </p:nvSpPr>
            <p:spPr>
              <a:xfrm>
                <a:off x="3889369"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Relevancy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answer the question?</a:t>
                </a:r>
              </a:p>
            </p:txBody>
          </p:sp>
          <p:sp>
            <p:nvSpPr>
              <p:cNvPr id="14" name="Rectangle 13">
                <a:extLst>
                  <a:ext uri="{FF2B5EF4-FFF2-40B4-BE49-F238E27FC236}">
                    <a16:creationId xmlns:a16="http://schemas.microsoft.com/office/drawing/2014/main" id="{74B737FD-023F-B4D8-3C57-F8F7D14A69E1}"/>
                  </a:ext>
                </a:extLst>
              </p:cNvPr>
              <p:cNvSpPr/>
              <p:nvPr/>
            </p:nvSpPr>
            <p:spPr>
              <a:xfrm>
                <a:off x="6556648"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Alignment</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Does it stay within bounds?</a:t>
                </a:r>
              </a:p>
            </p:txBody>
          </p:sp>
          <p:sp>
            <p:nvSpPr>
              <p:cNvPr id="16" name="Rectangle 15">
                <a:extLst>
                  <a:ext uri="{FF2B5EF4-FFF2-40B4-BE49-F238E27FC236}">
                    <a16:creationId xmlns:a16="http://schemas.microsoft.com/office/drawing/2014/main" id="{2286AD15-4E49-C7AC-8E2D-BF79DE8C19CF}"/>
                  </a:ext>
                </a:extLst>
              </p:cNvPr>
              <p:cNvSpPr/>
              <p:nvPr/>
            </p:nvSpPr>
            <p:spPr>
              <a:xfrm>
                <a:off x="9223927" y="1861253"/>
                <a:ext cx="1738365" cy="1620297"/>
              </a:xfrm>
              <a:prstGeom prst="rect">
                <a:avLst/>
              </a:prstGeom>
              <a:solidFill>
                <a:schemeClr val="accent4">
                  <a:lumMod val="20000"/>
                  <a:lumOff val="80000"/>
                </a:schemeClr>
              </a:solidFill>
              <a:ln w="28575">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p:txBody>
          </p:sp>
          <p:sp>
            <p:nvSpPr>
              <p:cNvPr id="19" name="Rectangle 18">
                <a:extLst>
                  <a:ext uri="{FF2B5EF4-FFF2-40B4-BE49-F238E27FC236}">
                    <a16:creationId xmlns:a16="http://schemas.microsoft.com/office/drawing/2014/main" id="{CFDAD7A0-7BDB-834D-25FB-CB07EC86FB38}"/>
                  </a:ext>
                </a:extLst>
              </p:cNvPr>
              <p:cNvSpPr/>
              <p:nvPr/>
            </p:nvSpPr>
            <p:spPr>
              <a:xfrm>
                <a:off x="3300671" y="4363293"/>
                <a:ext cx="5590658" cy="743728"/>
              </a:xfrm>
              <a:prstGeom prst="rect">
                <a:avLst/>
              </a:prstGeom>
              <a:solidFill>
                <a:schemeClr val="accent4">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Pillars of Responsible Metrics</a:t>
                </a:r>
              </a:p>
            </p:txBody>
          </p:sp>
          <p:cxnSp>
            <p:nvCxnSpPr>
              <p:cNvPr id="20" name="Connector: Elbow 19">
                <a:extLst>
                  <a:ext uri="{FF2B5EF4-FFF2-40B4-BE49-F238E27FC236}">
                    <a16:creationId xmlns:a16="http://schemas.microsoft.com/office/drawing/2014/main" id="{8816B206-725F-308D-B21B-2B1249D88197}"/>
                  </a:ext>
                </a:extLst>
              </p:cNvPr>
              <p:cNvCxnSpPr>
                <a:cxnSpLocks/>
                <a:stCxn id="12" idx="2"/>
                <a:endCxn id="19" idx="0"/>
              </p:cNvCxnSpPr>
              <p:nvPr/>
            </p:nvCxnSpPr>
            <p:spPr>
              <a:xfrm rot="16200000" flipH="1">
                <a:off x="3652765" y="1920057"/>
                <a:ext cx="881743" cy="400472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DF2D9BF4-166C-E759-3847-618C24998A5A}"/>
                  </a:ext>
                </a:extLst>
              </p:cNvPr>
              <p:cNvCxnSpPr>
                <a:cxnSpLocks/>
                <a:stCxn id="13" idx="2"/>
                <a:endCxn id="19" idx="0"/>
              </p:cNvCxnSpPr>
              <p:nvPr/>
            </p:nvCxnSpPr>
            <p:spPr>
              <a:xfrm rot="16200000" flipH="1">
                <a:off x="4986405" y="3253697"/>
                <a:ext cx="881743" cy="13374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8DA91ACD-E782-F5AA-CB2C-F54DCC253BA0}"/>
                  </a:ext>
                </a:extLst>
              </p:cNvPr>
              <p:cNvCxnSpPr>
                <a:cxnSpLocks/>
                <a:stCxn id="14" idx="2"/>
                <a:endCxn id="19" idx="0"/>
              </p:cNvCxnSpPr>
              <p:nvPr/>
            </p:nvCxnSpPr>
            <p:spPr>
              <a:xfrm rot="5400000">
                <a:off x="6320045" y="3257506"/>
                <a:ext cx="881743" cy="132983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C4BD2C62-63A8-63F6-BDB9-B1DFCFEFEAD5}"/>
                  </a:ext>
                </a:extLst>
              </p:cNvPr>
              <p:cNvCxnSpPr>
                <a:cxnSpLocks/>
                <a:stCxn id="16" idx="2"/>
                <a:endCxn id="19" idx="0"/>
              </p:cNvCxnSpPr>
              <p:nvPr/>
            </p:nvCxnSpPr>
            <p:spPr>
              <a:xfrm rot="5400000">
                <a:off x="7653684" y="1923866"/>
                <a:ext cx="881743" cy="3997110"/>
              </a:xfrm>
              <a:prstGeom prst="bentConnector3">
                <a:avLst/>
              </a:prstGeom>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278B75F-D371-8B5B-1109-543C3934C099}"/>
                  </a:ext>
                </a:extLst>
              </p:cNvPr>
              <p:cNvSpPr txBox="1"/>
              <p:nvPr/>
            </p:nvSpPr>
            <p:spPr>
              <a:xfrm>
                <a:off x="9204877" y="1967548"/>
                <a:ext cx="1793608" cy="1369606"/>
              </a:xfrm>
              <a:prstGeom prst="rect">
                <a:avLst/>
              </a:prstGeom>
              <a:noFill/>
            </p:spPr>
            <p:txBody>
              <a:bodyPr wrap="square">
                <a:spAutoFit/>
              </a:bodyPr>
              <a:lstStyle/>
              <a:p>
                <a:pPr algn="ctr"/>
                <a:r>
                  <a:rPr lang="en-IN" b="1" dirty="0">
                    <a:solidFill>
                      <a:schemeClr val="tx1"/>
                    </a:solidFill>
                  </a:rPr>
                  <a:t>Reliability</a:t>
                </a:r>
              </a:p>
              <a:p>
                <a:pPr marL="285750" indent="-285750">
                  <a:buFontTx/>
                  <a:buChar char="-"/>
                </a:pPr>
                <a:endParaRPr lang="en-IN" sz="1100" dirty="0">
                  <a:solidFill>
                    <a:schemeClr val="tx1"/>
                  </a:solidFill>
                </a:endParaRPr>
              </a:p>
              <a:p>
                <a:pPr marL="285750" indent="-285750">
                  <a:buFont typeface="Courier New" panose="02070309020205020404" pitchFamily="49" charset="0"/>
                  <a:buChar char="o"/>
                </a:pPr>
                <a:r>
                  <a:rPr lang="en-IN" dirty="0">
                    <a:solidFill>
                      <a:schemeClr val="tx1"/>
                    </a:solidFill>
                  </a:rPr>
                  <a:t>Is the output safe and transparent?</a:t>
                </a:r>
              </a:p>
            </p:txBody>
          </p:sp>
        </p:grpSp>
      </p:grpSp>
    </p:spTree>
    <p:extLst>
      <p:ext uri="{BB962C8B-B14F-4D97-AF65-F5344CB8AC3E}">
        <p14:creationId xmlns:p14="http://schemas.microsoft.com/office/powerpoint/2010/main" val="1274107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D471-85D0-F59B-5FCA-9D6A0E6863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D1BB42-4B39-DEC1-F051-4C81E280F88B}"/>
              </a:ext>
            </a:extLst>
          </p:cNvPr>
          <p:cNvSpPr txBox="1"/>
          <p:nvPr/>
        </p:nvSpPr>
        <p:spPr>
          <a:xfrm>
            <a:off x="2185721" y="190947"/>
            <a:ext cx="7596554" cy="461665"/>
          </a:xfrm>
          <a:prstGeom prst="rect">
            <a:avLst/>
          </a:prstGeom>
          <a:noFill/>
        </p:spPr>
        <p:txBody>
          <a:bodyPr wrap="square" rtlCol="0">
            <a:spAutoFit/>
          </a:bodyPr>
          <a:lstStyle/>
          <a:p>
            <a:pPr algn="ctr"/>
            <a:r>
              <a:rPr lang="en-GB" sz="2400" dirty="0"/>
              <a:t>Reliability Check</a:t>
            </a:r>
          </a:p>
        </p:txBody>
      </p:sp>
      <p:sp>
        <p:nvSpPr>
          <p:cNvPr id="11" name="TextBox 10">
            <a:extLst>
              <a:ext uri="{FF2B5EF4-FFF2-40B4-BE49-F238E27FC236}">
                <a16:creationId xmlns:a16="http://schemas.microsoft.com/office/drawing/2014/main" id="{5BF29670-B60A-9080-AD88-849A34AA3DF9}"/>
              </a:ext>
            </a:extLst>
          </p:cNvPr>
          <p:cNvSpPr txBox="1"/>
          <p:nvPr/>
        </p:nvSpPr>
        <p:spPr>
          <a:xfrm>
            <a:off x="530773" y="886897"/>
            <a:ext cx="11130453" cy="369332"/>
          </a:xfrm>
          <a:prstGeom prst="rect">
            <a:avLst/>
          </a:prstGeom>
          <a:noFill/>
        </p:spPr>
        <p:txBody>
          <a:bodyPr wrap="square" rtlCol="0">
            <a:spAutoFit/>
          </a:bodyPr>
          <a:lstStyle/>
          <a:p>
            <a:pPr algn="ctr"/>
            <a:r>
              <a:rPr lang="en-GB" dirty="0"/>
              <a:t>The degree to which the response is unharmful and quantifies uncertainty</a:t>
            </a:r>
          </a:p>
        </p:txBody>
      </p:sp>
      <p:sp>
        <p:nvSpPr>
          <p:cNvPr id="9" name="Rectangle: Rounded Corners 8">
            <a:extLst>
              <a:ext uri="{FF2B5EF4-FFF2-40B4-BE49-F238E27FC236}">
                <a16:creationId xmlns:a16="http://schemas.microsoft.com/office/drawing/2014/main" id="{F53A3C33-418A-D2E0-C8EE-2C7E9F7EBC39}"/>
              </a:ext>
            </a:extLst>
          </p:cNvPr>
          <p:cNvSpPr/>
          <p:nvPr/>
        </p:nvSpPr>
        <p:spPr>
          <a:xfrm>
            <a:off x="697487" y="1552575"/>
            <a:ext cx="10797021" cy="4852754"/>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1200"/>
              </a:spcBef>
              <a:spcAft>
                <a:spcPts val="600"/>
              </a:spcAft>
              <a:buClr>
                <a:srgbClr val="EE2C3C"/>
              </a:buClr>
              <a:defRPr/>
            </a:pPr>
            <a:r>
              <a:rPr lang="en-IN" b="1" dirty="0">
                <a:solidFill>
                  <a:schemeClr val="tx1"/>
                </a:solidFill>
              </a:rPr>
              <a:t>TYPES OF SAFETY ISSUES</a:t>
            </a:r>
            <a:endParaRPr lang="en-GB" dirty="0">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Hateful Content: </a:t>
            </a:r>
            <a:r>
              <a:rPr lang="en-GB" sz="1600" dirty="0">
                <a:solidFill>
                  <a:schemeClr val="tx1"/>
                </a:solidFill>
              </a:rPr>
              <a:t>Content that expresses, incites, or promotes hate based on race, gender, ethnicity, religion, nationality, sexual orientation, disability status, or caste. Hateful content aimed at non-protected groups (e.g., chess players) is harassment</a:t>
            </a: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Harassment Content: </a:t>
            </a:r>
            <a:r>
              <a:rPr lang="en-GB" sz="1600" dirty="0">
                <a:solidFill>
                  <a:schemeClr val="tx1"/>
                </a:solidFill>
              </a:rPr>
              <a:t>Harassment content that also includes violence or serious harm towards any target</a:t>
            </a: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Violent Content: </a:t>
            </a:r>
            <a:r>
              <a:rPr lang="en-GB" sz="1600" dirty="0">
                <a:solidFill>
                  <a:schemeClr val="tx1"/>
                </a:solidFill>
              </a:rPr>
              <a:t>Content that depicts death, violence, or physical injury</a:t>
            </a: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Misinformation: </a:t>
            </a:r>
            <a:r>
              <a:rPr lang="en-GB" sz="1600" dirty="0">
                <a:solidFill>
                  <a:schemeClr val="tx1"/>
                </a:solidFill>
              </a:rPr>
              <a:t>Content that spreads incorrect information that is fabricated and can cause social or communal harm</a:t>
            </a: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Self-Harm Instruction: </a:t>
            </a:r>
            <a:r>
              <a:rPr lang="en-GB" sz="1600" dirty="0">
                <a:solidFill>
                  <a:schemeClr val="tx1"/>
                </a:solidFill>
              </a:rPr>
              <a:t>Content that promotes, encourages, or depicts acts of self-harm, such as suicide, cutting, and eating disorders</a:t>
            </a:r>
          </a:p>
          <a:p>
            <a:pPr marL="342900" indent="-342900">
              <a:spcBef>
                <a:spcPts val="1200"/>
              </a:spcBef>
              <a:spcAft>
                <a:spcPts val="600"/>
              </a:spcAft>
              <a:buClr>
                <a:srgbClr val="EE2C3C"/>
              </a:buClr>
              <a:buFont typeface="Wingdings" panose="05000000000000000000" pitchFamily="2" charset="2"/>
              <a:buChar char=""/>
              <a:defRPr/>
            </a:pPr>
            <a:r>
              <a:rPr lang="en-GB" sz="1600" b="1" dirty="0">
                <a:solidFill>
                  <a:schemeClr val="tx1"/>
                </a:solidFill>
              </a:rPr>
              <a:t>Illicit: </a:t>
            </a:r>
            <a:r>
              <a:rPr lang="en-GB" sz="1600" dirty="0">
                <a:solidFill>
                  <a:schemeClr val="tx1"/>
                </a:solidFill>
              </a:rPr>
              <a:t>Content that gives advice or instruction on how to commit illicit acts. A phrase like </a:t>
            </a:r>
            <a:r>
              <a:rPr lang="en-GB" sz="1600" i="1" dirty="0">
                <a:solidFill>
                  <a:schemeClr val="tx1"/>
                </a:solidFill>
              </a:rPr>
              <a:t>“how to shoplift” </a:t>
            </a:r>
            <a:r>
              <a:rPr lang="en-GB" sz="1600" dirty="0">
                <a:solidFill>
                  <a:schemeClr val="tx1"/>
                </a:solidFill>
              </a:rPr>
              <a:t>would fit this category</a:t>
            </a:r>
          </a:p>
        </p:txBody>
      </p:sp>
    </p:spTree>
    <p:extLst>
      <p:ext uri="{BB962C8B-B14F-4D97-AF65-F5344CB8AC3E}">
        <p14:creationId xmlns:p14="http://schemas.microsoft.com/office/powerpoint/2010/main" val="2267053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9E5FB-46F1-D3D4-D6A7-A6DCB99855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BA7187-50DD-3775-2242-CDADE335A8EF}"/>
              </a:ext>
            </a:extLst>
          </p:cNvPr>
          <p:cNvSpPr txBox="1"/>
          <p:nvPr/>
        </p:nvSpPr>
        <p:spPr>
          <a:xfrm>
            <a:off x="2297723" y="284402"/>
            <a:ext cx="7596554" cy="461665"/>
          </a:xfrm>
          <a:prstGeom prst="rect">
            <a:avLst/>
          </a:prstGeom>
          <a:noFill/>
        </p:spPr>
        <p:txBody>
          <a:bodyPr wrap="square" rtlCol="0">
            <a:spAutoFit/>
          </a:bodyPr>
          <a:lstStyle/>
          <a:p>
            <a:pPr algn="ctr"/>
            <a:r>
              <a:rPr lang="en-GB" sz="2400" dirty="0"/>
              <a:t>Evaluation Approaches</a:t>
            </a:r>
          </a:p>
        </p:txBody>
      </p:sp>
      <p:sp>
        <p:nvSpPr>
          <p:cNvPr id="3" name="Rectangle: Rounded Corners 2">
            <a:extLst>
              <a:ext uri="{FF2B5EF4-FFF2-40B4-BE49-F238E27FC236}">
                <a16:creationId xmlns:a16="http://schemas.microsoft.com/office/drawing/2014/main" id="{BEF9319D-2B67-FFD3-C801-E30367C9E936}"/>
              </a:ext>
            </a:extLst>
          </p:cNvPr>
          <p:cNvSpPr/>
          <p:nvPr/>
        </p:nvSpPr>
        <p:spPr>
          <a:xfrm>
            <a:off x="828472" y="2419350"/>
            <a:ext cx="10535056" cy="2019300"/>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IN" sz="1600" b="1" dirty="0">
                <a:solidFill>
                  <a:schemeClr val="tx1"/>
                </a:solidFill>
              </a:rPr>
              <a:t>Human-In-The-Loop: </a:t>
            </a:r>
            <a:r>
              <a:rPr lang="en-IN" sz="1600" dirty="0">
                <a:solidFill>
                  <a:schemeClr val="tx1"/>
                </a:solidFill>
              </a:rPr>
              <a:t>Using a human evaluator to measure or rate the subjective metrics for Gen AI</a:t>
            </a:r>
          </a:p>
          <a:p>
            <a:pPr marL="342900" indent="-342900">
              <a:spcBef>
                <a:spcPts val="1200"/>
              </a:spcBef>
              <a:spcAft>
                <a:spcPts val="600"/>
              </a:spcAft>
              <a:buClr>
                <a:srgbClr val="EE2C3C"/>
              </a:buClr>
              <a:buFont typeface="Wingdings" panose="05000000000000000000" pitchFamily="2" charset="2"/>
              <a:buChar char=""/>
              <a:defRPr/>
            </a:pPr>
            <a:r>
              <a:rPr lang="en-IN" sz="1600" b="1" dirty="0">
                <a:solidFill>
                  <a:schemeClr val="tx1"/>
                </a:solidFill>
              </a:rPr>
              <a:t>Self-Reflection Loop: </a:t>
            </a:r>
            <a:r>
              <a:rPr lang="en-IN" sz="1600" dirty="0">
                <a:solidFill>
                  <a:schemeClr val="tx1"/>
                </a:solidFill>
              </a:rPr>
              <a:t>Using the same generator model (LLM) to review and evaluate its own response</a:t>
            </a:r>
          </a:p>
          <a:p>
            <a:pPr marL="342900" indent="-342900">
              <a:spcBef>
                <a:spcPts val="1200"/>
              </a:spcBef>
              <a:spcAft>
                <a:spcPts val="600"/>
              </a:spcAft>
              <a:buClr>
                <a:srgbClr val="EE2C3C"/>
              </a:buClr>
              <a:buFont typeface="Wingdings" panose="05000000000000000000" pitchFamily="2" charset="2"/>
              <a:buChar char=""/>
              <a:defRPr/>
            </a:pPr>
            <a:r>
              <a:rPr lang="en-IN" sz="1600" b="1" dirty="0">
                <a:solidFill>
                  <a:schemeClr val="tx1"/>
                </a:solidFill>
              </a:rPr>
              <a:t>LLM-As-A-Judge: </a:t>
            </a:r>
            <a:r>
              <a:rPr lang="en-IN" sz="1600" dirty="0">
                <a:solidFill>
                  <a:schemeClr val="tx1"/>
                </a:solidFill>
              </a:rPr>
              <a:t>Using a more powerful LLM (than the generator LLM) to evaluate the LLM response quality</a:t>
            </a:r>
          </a:p>
        </p:txBody>
      </p:sp>
    </p:spTree>
    <p:extLst>
      <p:ext uri="{BB962C8B-B14F-4D97-AF65-F5344CB8AC3E}">
        <p14:creationId xmlns:p14="http://schemas.microsoft.com/office/powerpoint/2010/main" val="3532683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F4C1CA5-7C0C-A67A-6D47-69BCF4E23721}"/>
              </a:ext>
            </a:extLst>
          </p:cNvPr>
          <p:cNvSpPr txBox="1"/>
          <p:nvPr/>
        </p:nvSpPr>
        <p:spPr>
          <a:xfrm>
            <a:off x="1508484" y="1562062"/>
            <a:ext cx="9175032" cy="4247317"/>
          </a:xfrm>
          <a:prstGeom prst="rect">
            <a:avLst/>
          </a:prstGeom>
          <a:noFill/>
        </p:spPr>
        <p:txBody>
          <a:bodyPr wrap="square" rtlCol="0">
            <a:spAutoFit/>
          </a:bodyPr>
          <a:lstStyle/>
          <a:p>
            <a:r>
              <a:rPr lang="en-GB" dirty="0"/>
              <a:t>                  1. Absolute Rating		     2. Comparative Rating (A/B Testing)</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          3. Multi-Dimensional Rubric	             	                    4. Binary Classification</a:t>
            </a:r>
          </a:p>
          <a:p>
            <a:endParaRPr lang="en-GB" dirty="0"/>
          </a:p>
          <a:p>
            <a:endParaRPr lang="en-GB" dirty="0"/>
          </a:p>
          <a:p>
            <a:endParaRPr lang="en-GB" dirty="0"/>
          </a:p>
          <a:p>
            <a:endParaRPr lang="en-GB" dirty="0"/>
          </a:p>
          <a:p>
            <a:endParaRPr lang="en-GB" dirty="0"/>
          </a:p>
        </p:txBody>
      </p:sp>
      <p:sp>
        <p:nvSpPr>
          <p:cNvPr id="3" name="TextBox 2">
            <a:extLst>
              <a:ext uri="{FF2B5EF4-FFF2-40B4-BE49-F238E27FC236}">
                <a16:creationId xmlns:a16="http://schemas.microsoft.com/office/drawing/2014/main" id="{9EA446D9-69B4-804E-3AF8-C74F192A0757}"/>
              </a:ext>
            </a:extLst>
          </p:cNvPr>
          <p:cNvSpPr txBox="1"/>
          <p:nvPr/>
        </p:nvSpPr>
        <p:spPr>
          <a:xfrm>
            <a:off x="2297723" y="284402"/>
            <a:ext cx="7596554" cy="461665"/>
          </a:xfrm>
          <a:prstGeom prst="rect">
            <a:avLst/>
          </a:prstGeom>
          <a:noFill/>
        </p:spPr>
        <p:txBody>
          <a:bodyPr wrap="square" rtlCol="0">
            <a:spAutoFit/>
          </a:bodyPr>
          <a:lstStyle/>
          <a:p>
            <a:pPr algn="ctr"/>
            <a:r>
              <a:rPr lang="en-GB" sz="2400" dirty="0"/>
              <a:t>Scoring Approaches</a:t>
            </a:r>
          </a:p>
        </p:txBody>
      </p:sp>
      <p:pic>
        <p:nvPicPr>
          <p:cNvPr id="10" name="Picture 9">
            <a:extLst>
              <a:ext uri="{FF2B5EF4-FFF2-40B4-BE49-F238E27FC236}">
                <a16:creationId xmlns:a16="http://schemas.microsoft.com/office/drawing/2014/main" id="{6ED3AAFE-EB65-12AD-27F2-B27F212BCEA2}"/>
              </a:ext>
            </a:extLst>
          </p:cNvPr>
          <p:cNvPicPr>
            <a:picLocks noChangeAspect="1"/>
          </p:cNvPicPr>
          <p:nvPr/>
        </p:nvPicPr>
        <p:blipFill>
          <a:blip r:embed="rId2"/>
          <a:srcRect l="52742" t="58464" r="1892" b="25203"/>
          <a:stretch>
            <a:fillRect/>
          </a:stretch>
        </p:blipFill>
        <p:spPr>
          <a:xfrm>
            <a:off x="6603283" y="4612328"/>
            <a:ext cx="3467101" cy="831209"/>
          </a:xfrm>
          <a:prstGeom prst="rect">
            <a:avLst/>
          </a:prstGeom>
        </p:spPr>
      </p:pic>
      <p:pic>
        <p:nvPicPr>
          <p:cNvPr id="11" name="Picture 10">
            <a:extLst>
              <a:ext uri="{FF2B5EF4-FFF2-40B4-BE49-F238E27FC236}">
                <a16:creationId xmlns:a16="http://schemas.microsoft.com/office/drawing/2014/main" id="{C081B97B-8EAF-9B3C-D7F1-5EAC7A1DD3D1}"/>
              </a:ext>
            </a:extLst>
          </p:cNvPr>
          <p:cNvPicPr>
            <a:picLocks noChangeAspect="1"/>
          </p:cNvPicPr>
          <p:nvPr/>
        </p:nvPicPr>
        <p:blipFill>
          <a:blip r:embed="rId2"/>
          <a:srcRect l="52412" t="7270" r="1644" b="67108"/>
          <a:stretch>
            <a:fillRect/>
          </a:stretch>
        </p:blipFill>
        <p:spPr>
          <a:xfrm>
            <a:off x="6475582" y="2044226"/>
            <a:ext cx="3511304" cy="1313235"/>
          </a:xfrm>
          <a:prstGeom prst="rect">
            <a:avLst/>
          </a:prstGeom>
        </p:spPr>
      </p:pic>
      <p:pic>
        <p:nvPicPr>
          <p:cNvPr id="12" name="Picture 11">
            <a:extLst>
              <a:ext uri="{FF2B5EF4-FFF2-40B4-BE49-F238E27FC236}">
                <a16:creationId xmlns:a16="http://schemas.microsoft.com/office/drawing/2014/main" id="{B742B12A-EE5E-7B8B-4928-FC6E4787BDC8}"/>
              </a:ext>
            </a:extLst>
          </p:cNvPr>
          <p:cNvPicPr>
            <a:picLocks noChangeAspect="1"/>
          </p:cNvPicPr>
          <p:nvPr/>
        </p:nvPicPr>
        <p:blipFill>
          <a:blip r:embed="rId2"/>
          <a:srcRect l="1852" t="57700" r="52204" b="18025"/>
          <a:stretch>
            <a:fillRect/>
          </a:stretch>
        </p:blipFill>
        <p:spPr>
          <a:xfrm>
            <a:off x="1752338" y="4476144"/>
            <a:ext cx="3511305" cy="1235412"/>
          </a:xfrm>
          <a:prstGeom prst="rect">
            <a:avLst/>
          </a:prstGeom>
        </p:spPr>
      </p:pic>
      <p:pic>
        <p:nvPicPr>
          <p:cNvPr id="13" name="Picture 12">
            <a:extLst>
              <a:ext uri="{FF2B5EF4-FFF2-40B4-BE49-F238E27FC236}">
                <a16:creationId xmlns:a16="http://schemas.microsoft.com/office/drawing/2014/main" id="{E5D4EA81-B6FC-5501-2577-395028101A07}"/>
              </a:ext>
            </a:extLst>
          </p:cNvPr>
          <p:cNvPicPr>
            <a:picLocks noChangeAspect="1"/>
          </p:cNvPicPr>
          <p:nvPr/>
        </p:nvPicPr>
        <p:blipFill>
          <a:blip r:embed="rId2"/>
          <a:srcRect l="1852" t="7322" r="52204" b="70697"/>
          <a:stretch>
            <a:fillRect/>
          </a:stretch>
        </p:blipFill>
        <p:spPr>
          <a:xfrm>
            <a:off x="1752339" y="2044226"/>
            <a:ext cx="3511305" cy="1118681"/>
          </a:xfrm>
          <a:prstGeom prst="rect">
            <a:avLst/>
          </a:prstGeom>
        </p:spPr>
      </p:pic>
      <p:sp>
        <p:nvSpPr>
          <p:cNvPr id="16" name="Rectangle: Rounded Corners 15">
            <a:extLst>
              <a:ext uri="{FF2B5EF4-FFF2-40B4-BE49-F238E27FC236}">
                <a16:creationId xmlns:a16="http://schemas.microsoft.com/office/drawing/2014/main" id="{AD5EC24B-17D5-4D20-82E2-E2BCC3BA343C}"/>
              </a:ext>
            </a:extLst>
          </p:cNvPr>
          <p:cNvSpPr/>
          <p:nvPr/>
        </p:nvSpPr>
        <p:spPr>
          <a:xfrm>
            <a:off x="1204680" y="1286578"/>
            <a:ext cx="9611189" cy="4685635"/>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endParaRPr lang="en-IN" sz="1600" dirty="0">
              <a:solidFill>
                <a:schemeClr val="tx1"/>
              </a:solidFill>
            </a:endParaRPr>
          </a:p>
        </p:txBody>
      </p:sp>
    </p:spTree>
    <p:extLst>
      <p:ext uri="{BB962C8B-B14F-4D97-AF65-F5344CB8AC3E}">
        <p14:creationId xmlns:p14="http://schemas.microsoft.com/office/powerpoint/2010/main" val="1755905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87F19-524A-27C8-E8AA-F84124FB92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665D9C-111B-BB33-7DEC-29351693CF98}"/>
              </a:ext>
            </a:extLst>
          </p:cNvPr>
          <p:cNvSpPr txBox="1"/>
          <p:nvPr/>
        </p:nvSpPr>
        <p:spPr>
          <a:xfrm>
            <a:off x="2297723" y="284402"/>
            <a:ext cx="7596554" cy="461665"/>
          </a:xfrm>
          <a:prstGeom prst="rect">
            <a:avLst/>
          </a:prstGeom>
          <a:noFill/>
        </p:spPr>
        <p:txBody>
          <a:bodyPr wrap="square" rtlCol="0">
            <a:spAutoFit/>
          </a:bodyPr>
          <a:lstStyle/>
          <a:p>
            <a:pPr algn="ctr"/>
            <a:r>
              <a:rPr lang="en-GB" sz="2400" dirty="0"/>
              <a:t>But Why do Traditional NLP Metrics Fail?</a:t>
            </a:r>
          </a:p>
        </p:txBody>
      </p:sp>
      <p:sp>
        <p:nvSpPr>
          <p:cNvPr id="4" name="TextBox 3">
            <a:extLst>
              <a:ext uri="{FF2B5EF4-FFF2-40B4-BE49-F238E27FC236}">
                <a16:creationId xmlns:a16="http://schemas.microsoft.com/office/drawing/2014/main" id="{A2A000DA-7E5B-2E01-A529-046D5F5F84E2}"/>
              </a:ext>
            </a:extLst>
          </p:cNvPr>
          <p:cNvSpPr txBox="1"/>
          <p:nvPr/>
        </p:nvSpPr>
        <p:spPr>
          <a:xfrm>
            <a:off x="1250727" y="1083407"/>
            <a:ext cx="9690538" cy="2446824"/>
          </a:xfrm>
          <a:prstGeom prst="rect">
            <a:avLst/>
          </a:prstGeom>
          <a:noFill/>
        </p:spPr>
        <p:txBody>
          <a:bodyPr wrap="square">
            <a:spAutoFit/>
          </a:bodyPr>
          <a:lstStyle/>
          <a:p>
            <a:pPr marL="342900" indent="-342900">
              <a:spcBef>
                <a:spcPts val="1200"/>
              </a:spcBef>
              <a:spcAft>
                <a:spcPts val="600"/>
              </a:spcAft>
              <a:buClr>
                <a:srgbClr val="EE2C3C"/>
              </a:buClr>
              <a:buFont typeface="Wingdings" panose="05000000000000000000" pitchFamily="2" charset="2"/>
              <a:buChar char=""/>
              <a:defRPr/>
            </a:pPr>
            <a:r>
              <a:rPr lang="en-GB" b="0" i="0" dirty="0">
                <a:solidFill>
                  <a:srgbClr val="333333"/>
                </a:solidFill>
                <a:effectLst/>
                <a:latin typeface="+mj-lt"/>
              </a:rPr>
              <a:t>Traditional NLP metrics were designed for different tasks and fail to capture the nuances of responsible AI output</a:t>
            </a:r>
          </a:p>
          <a:p>
            <a:endParaRPr lang="en-GB" dirty="0">
              <a:solidFill>
                <a:srgbClr val="333333"/>
              </a:solidFill>
              <a:latin typeface="+mj-lt"/>
            </a:endParaRPr>
          </a:p>
          <a:p>
            <a:pPr marL="800100" lvl="1" indent="-342900">
              <a:spcBef>
                <a:spcPts val="1200"/>
              </a:spcBef>
              <a:spcAft>
                <a:spcPts val="600"/>
              </a:spcAft>
              <a:buClr>
                <a:srgbClr val="EE2C3C"/>
              </a:buClr>
              <a:buFont typeface="Wingdings" panose="05000000000000000000" pitchFamily="2" charset="2"/>
              <a:buChar char="l"/>
              <a:defRPr/>
            </a:pPr>
            <a:r>
              <a:rPr lang="en-IN" b="1" dirty="0"/>
              <a:t>BLEU</a:t>
            </a:r>
            <a:r>
              <a:rPr lang="en-IN" dirty="0"/>
              <a:t>: Measures N-gram overlap</a:t>
            </a:r>
          </a:p>
          <a:p>
            <a:pPr marL="800100" lvl="1" indent="-342900">
              <a:spcBef>
                <a:spcPts val="1200"/>
              </a:spcBef>
              <a:spcAft>
                <a:spcPts val="600"/>
              </a:spcAft>
              <a:buClr>
                <a:srgbClr val="EE2C3C"/>
              </a:buClr>
              <a:buFont typeface="Wingdings" panose="05000000000000000000" pitchFamily="2" charset="2"/>
              <a:buChar char="l"/>
              <a:defRPr/>
            </a:pPr>
            <a:r>
              <a:rPr lang="en-IN" b="1" dirty="0"/>
              <a:t>ROUGE</a:t>
            </a:r>
            <a:r>
              <a:rPr lang="en-IN" dirty="0"/>
              <a:t>: Measures recall of reference words</a:t>
            </a:r>
          </a:p>
          <a:p>
            <a:pPr marL="800100" lvl="1" indent="-342900">
              <a:spcBef>
                <a:spcPts val="1200"/>
              </a:spcBef>
              <a:spcAft>
                <a:spcPts val="600"/>
              </a:spcAft>
              <a:buClr>
                <a:srgbClr val="EE2C3C"/>
              </a:buClr>
              <a:buFont typeface="Wingdings" panose="05000000000000000000" pitchFamily="2" charset="2"/>
              <a:buChar char="l"/>
              <a:defRPr/>
            </a:pPr>
            <a:r>
              <a:rPr lang="en-IN" b="1" dirty="0"/>
              <a:t>PERPLEXITY</a:t>
            </a:r>
            <a:r>
              <a:rPr lang="en-IN" dirty="0"/>
              <a:t>: Measures the likeliness of the text</a:t>
            </a:r>
          </a:p>
        </p:txBody>
      </p:sp>
      <p:grpSp>
        <p:nvGrpSpPr>
          <p:cNvPr id="3" name="Group 2">
            <a:extLst>
              <a:ext uri="{FF2B5EF4-FFF2-40B4-BE49-F238E27FC236}">
                <a16:creationId xmlns:a16="http://schemas.microsoft.com/office/drawing/2014/main" id="{0E3E203E-A837-01ED-F578-E91C59C608E7}"/>
              </a:ext>
            </a:extLst>
          </p:cNvPr>
          <p:cNvGrpSpPr/>
          <p:nvPr/>
        </p:nvGrpSpPr>
        <p:grpSpPr>
          <a:xfrm>
            <a:off x="1145231" y="3808527"/>
            <a:ext cx="9901533" cy="2226077"/>
            <a:chOff x="1003871" y="4031848"/>
            <a:chExt cx="9901533" cy="2226077"/>
          </a:xfrm>
        </p:grpSpPr>
        <p:sp>
          <p:nvSpPr>
            <p:cNvPr id="15" name="Rectangle 14">
              <a:extLst>
                <a:ext uri="{FF2B5EF4-FFF2-40B4-BE49-F238E27FC236}">
                  <a16:creationId xmlns:a16="http://schemas.microsoft.com/office/drawing/2014/main" id="{05633C7C-DF23-9706-3FDF-EF2FDB63821A}"/>
                </a:ext>
              </a:extLst>
            </p:cNvPr>
            <p:cNvSpPr/>
            <p:nvPr/>
          </p:nvSpPr>
          <p:spPr>
            <a:xfrm>
              <a:off x="1003871" y="4031848"/>
              <a:ext cx="9901533" cy="2226077"/>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5272143-B12C-4E62-0948-B1F84CB7A39A}"/>
                </a:ext>
              </a:extLst>
            </p:cNvPr>
            <p:cNvSpPr txBox="1"/>
            <p:nvPr/>
          </p:nvSpPr>
          <p:spPr>
            <a:xfrm>
              <a:off x="4887310" y="4186747"/>
              <a:ext cx="2417379" cy="279757"/>
            </a:xfrm>
            <a:prstGeom prst="rect">
              <a:avLst/>
            </a:prstGeom>
            <a:noFill/>
          </p:spPr>
          <p:txBody>
            <a:bodyPr wrap="square">
              <a:spAutoFit/>
            </a:bodyPr>
            <a:lstStyle/>
            <a:p>
              <a:pPr algn="ctr">
                <a:lnSpc>
                  <a:spcPts val="1425"/>
                </a:lnSpc>
                <a:buNone/>
              </a:pPr>
              <a:r>
                <a:rPr lang="en-IN" sz="1600" b="1" dirty="0">
                  <a:solidFill>
                    <a:srgbClr val="333333"/>
                  </a:solidFill>
                  <a:effectLst/>
                  <a:latin typeface="+mj-lt"/>
                </a:rPr>
                <a:t>WHAT DO THEY MISS?</a:t>
              </a:r>
            </a:p>
          </p:txBody>
        </p:sp>
        <p:sp>
          <p:nvSpPr>
            <p:cNvPr id="18" name="TextBox 17">
              <a:extLst>
                <a:ext uri="{FF2B5EF4-FFF2-40B4-BE49-F238E27FC236}">
                  <a16:creationId xmlns:a16="http://schemas.microsoft.com/office/drawing/2014/main" id="{B65DA928-6E6C-042C-9171-57AD354D60CC}"/>
                </a:ext>
              </a:extLst>
            </p:cNvPr>
            <p:cNvSpPr txBox="1"/>
            <p:nvPr/>
          </p:nvSpPr>
          <p:spPr>
            <a:xfrm>
              <a:off x="1286597" y="4588440"/>
              <a:ext cx="2496344" cy="1477328"/>
            </a:xfrm>
            <a:prstGeom prst="rect">
              <a:avLst/>
            </a:prstGeom>
            <a:noFill/>
          </p:spPr>
          <p:txBody>
            <a:bodyPr wrap="square">
              <a:spAutoFit/>
            </a:bodyPr>
            <a:lstStyle/>
            <a:p>
              <a:pPr algn="l">
                <a:buNone/>
              </a:pPr>
              <a:r>
                <a:rPr lang="en-IN" b="0" i="0" dirty="0">
                  <a:solidFill>
                    <a:srgbClr val="C00000"/>
                  </a:solidFill>
                  <a:effectLst/>
                  <a:latin typeface="+mj-lt"/>
                </a:rPr>
                <a:t>✗</a:t>
              </a:r>
              <a:r>
                <a:rPr lang="en-IN" b="0" i="0" dirty="0">
                  <a:solidFill>
                    <a:srgbClr val="333333"/>
                  </a:solidFill>
                  <a:effectLst/>
                  <a:latin typeface="+mj-lt"/>
                </a:rPr>
                <a:t> Factual correctness</a:t>
              </a:r>
            </a:p>
            <a:p>
              <a:pPr algn="l">
                <a:buNone/>
              </a:pPr>
              <a:endParaRPr lang="en-IN" dirty="0">
                <a:solidFill>
                  <a:srgbClr val="333333"/>
                </a:solidFill>
                <a:latin typeface="+mj-lt"/>
              </a:endParaRPr>
            </a:p>
            <a:p>
              <a:r>
                <a:rPr lang="en-IN" dirty="0">
                  <a:solidFill>
                    <a:srgbClr val="C00000"/>
                  </a:solidFill>
                </a:rPr>
                <a:t>✗</a:t>
              </a:r>
              <a:r>
                <a:rPr lang="en-IN" dirty="0">
                  <a:solidFill>
                    <a:srgbClr val="333333"/>
                  </a:solidFill>
                </a:rPr>
                <a:t> Logical consistency</a:t>
              </a:r>
            </a:p>
            <a:p>
              <a:endParaRPr lang="en-IN" b="0" i="0" dirty="0">
                <a:solidFill>
                  <a:srgbClr val="333333"/>
                </a:solidFill>
                <a:effectLst/>
                <a:latin typeface="+mj-lt"/>
              </a:endParaRPr>
            </a:p>
            <a:p>
              <a:r>
                <a:rPr lang="en-IN" dirty="0">
                  <a:solidFill>
                    <a:srgbClr val="C00000"/>
                  </a:solidFill>
                </a:rPr>
                <a:t>✗</a:t>
              </a:r>
              <a:r>
                <a:rPr lang="en-IN" dirty="0">
                  <a:solidFill>
                    <a:srgbClr val="333333"/>
                  </a:solidFill>
                </a:rPr>
                <a:t> Real-world accuracy</a:t>
              </a:r>
            </a:p>
          </p:txBody>
        </p:sp>
        <p:sp>
          <p:nvSpPr>
            <p:cNvPr id="19" name="TextBox 18">
              <a:extLst>
                <a:ext uri="{FF2B5EF4-FFF2-40B4-BE49-F238E27FC236}">
                  <a16:creationId xmlns:a16="http://schemas.microsoft.com/office/drawing/2014/main" id="{8EC0D9C0-0705-1565-B1C3-A29A64994C89}"/>
                </a:ext>
              </a:extLst>
            </p:cNvPr>
            <p:cNvSpPr txBox="1"/>
            <p:nvPr/>
          </p:nvSpPr>
          <p:spPr>
            <a:xfrm>
              <a:off x="4379003" y="4588440"/>
              <a:ext cx="3232988" cy="1477328"/>
            </a:xfrm>
            <a:prstGeom prst="rect">
              <a:avLst/>
            </a:prstGeom>
            <a:noFill/>
          </p:spPr>
          <p:txBody>
            <a:bodyPr wrap="square">
              <a:spAutoFit/>
            </a:bodyPr>
            <a:lstStyle/>
            <a:p>
              <a:pPr algn="l">
                <a:buNone/>
              </a:pPr>
              <a:r>
                <a:rPr lang="en-IN" b="0" i="0" dirty="0">
                  <a:solidFill>
                    <a:srgbClr val="C00000"/>
                  </a:solidFill>
                  <a:effectLst/>
                  <a:latin typeface="+mj-lt"/>
                </a:rPr>
                <a:t>✗</a:t>
              </a:r>
              <a:r>
                <a:rPr lang="en-IN" b="0" i="0" dirty="0">
                  <a:solidFill>
                    <a:srgbClr val="333333"/>
                  </a:solidFill>
                  <a:effectLst/>
                  <a:latin typeface="+mj-lt"/>
                </a:rPr>
                <a:t> User intent alignment</a:t>
              </a:r>
            </a:p>
            <a:p>
              <a:pPr algn="l">
                <a:buNone/>
              </a:pPr>
              <a:endParaRPr lang="en-IN" dirty="0">
                <a:solidFill>
                  <a:srgbClr val="333333"/>
                </a:solidFill>
                <a:latin typeface="+mj-lt"/>
              </a:endParaRPr>
            </a:p>
            <a:p>
              <a:r>
                <a:rPr lang="en-IN" dirty="0">
                  <a:solidFill>
                    <a:srgbClr val="C00000"/>
                  </a:solidFill>
                </a:rPr>
                <a:t>✗</a:t>
              </a:r>
              <a:r>
                <a:rPr lang="en-IN" dirty="0">
                  <a:solidFill>
                    <a:srgbClr val="333333"/>
                  </a:solidFill>
                </a:rPr>
                <a:t> Contextual appropriateness</a:t>
              </a:r>
            </a:p>
            <a:p>
              <a:endParaRPr lang="en-IN" b="0" i="0" dirty="0">
                <a:solidFill>
                  <a:srgbClr val="333333"/>
                </a:solidFill>
                <a:effectLst/>
                <a:latin typeface="+mj-lt"/>
              </a:endParaRPr>
            </a:p>
            <a:p>
              <a:r>
                <a:rPr lang="en-IN" dirty="0">
                  <a:solidFill>
                    <a:srgbClr val="C00000"/>
                  </a:solidFill>
                </a:rPr>
                <a:t>✗</a:t>
              </a:r>
              <a:r>
                <a:rPr lang="en-IN" dirty="0">
                  <a:solidFill>
                    <a:srgbClr val="333333"/>
                  </a:solidFill>
                </a:rPr>
                <a:t> Safety and harm potential</a:t>
              </a:r>
              <a:endParaRPr lang="en-IN" b="0" i="0" dirty="0">
                <a:solidFill>
                  <a:srgbClr val="333333"/>
                </a:solidFill>
                <a:effectLst/>
                <a:latin typeface="+mj-lt"/>
              </a:endParaRPr>
            </a:p>
          </p:txBody>
        </p:sp>
        <p:sp>
          <p:nvSpPr>
            <p:cNvPr id="20" name="TextBox 19">
              <a:extLst>
                <a:ext uri="{FF2B5EF4-FFF2-40B4-BE49-F238E27FC236}">
                  <a16:creationId xmlns:a16="http://schemas.microsoft.com/office/drawing/2014/main" id="{AE942F82-EDFB-EDD8-7C4C-27D177321C35}"/>
                </a:ext>
              </a:extLst>
            </p:cNvPr>
            <p:cNvSpPr txBox="1"/>
            <p:nvPr/>
          </p:nvSpPr>
          <p:spPr>
            <a:xfrm>
              <a:off x="8086411" y="4588440"/>
              <a:ext cx="2536273" cy="923330"/>
            </a:xfrm>
            <a:prstGeom prst="rect">
              <a:avLst/>
            </a:prstGeom>
            <a:noFill/>
          </p:spPr>
          <p:txBody>
            <a:bodyPr wrap="square">
              <a:spAutoFit/>
            </a:bodyPr>
            <a:lstStyle/>
            <a:p>
              <a:pPr algn="l">
                <a:buNone/>
              </a:pPr>
              <a:r>
                <a:rPr lang="en-IN" b="0" i="0" dirty="0">
                  <a:solidFill>
                    <a:srgbClr val="C00000"/>
                  </a:solidFill>
                  <a:effectLst/>
                  <a:latin typeface="+mj-lt"/>
                </a:rPr>
                <a:t>✗</a:t>
              </a:r>
              <a:r>
                <a:rPr lang="en-IN" b="0" i="0" dirty="0">
                  <a:solidFill>
                    <a:srgbClr val="333333"/>
                  </a:solidFill>
                  <a:effectLst/>
                  <a:latin typeface="+mj-lt"/>
                </a:rPr>
                <a:t> Nuance and subtlety</a:t>
              </a:r>
            </a:p>
            <a:p>
              <a:pPr algn="l">
                <a:buNone/>
              </a:pPr>
              <a:endParaRPr lang="en-IN" dirty="0">
                <a:solidFill>
                  <a:srgbClr val="333333"/>
                </a:solidFill>
                <a:latin typeface="+mj-lt"/>
              </a:endParaRPr>
            </a:p>
            <a:p>
              <a:r>
                <a:rPr lang="en-IN" dirty="0">
                  <a:solidFill>
                    <a:srgbClr val="C00000"/>
                  </a:solidFill>
                </a:rPr>
                <a:t>✗</a:t>
              </a:r>
              <a:r>
                <a:rPr lang="en-IN" dirty="0">
                  <a:solidFill>
                    <a:srgbClr val="333333"/>
                  </a:solidFill>
                </a:rPr>
                <a:t> Semantic Gap</a:t>
              </a:r>
            </a:p>
          </p:txBody>
        </p:sp>
      </p:grpSp>
      <p:sp>
        <p:nvSpPr>
          <p:cNvPr id="22" name="TextBox 21">
            <a:extLst>
              <a:ext uri="{FF2B5EF4-FFF2-40B4-BE49-F238E27FC236}">
                <a16:creationId xmlns:a16="http://schemas.microsoft.com/office/drawing/2014/main" id="{3646B97C-9320-7F8A-34BA-FA2DB30D33AC}"/>
              </a:ext>
            </a:extLst>
          </p:cNvPr>
          <p:cNvSpPr txBox="1"/>
          <p:nvPr/>
        </p:nvSpPr>
        <p:spPr>
          <a:xfrm>
            <a:off x="838656" y="6241381"/>
            <a:ext cx="10514681" cy="369332"/>
          </a:xfrm>
          <a:prstGeom prst="rect">
            <a:avLst/>
          </a:prstGeom>
          <a:noFill/>
        </p:spPr>
        <p:txBody>
          <a:bodyPr wrap="square">
            <a:spAutoFit/>
          </a:bodyPr>
          <a:lstStyle/>
          <a:p>
            <a:pPr algn="ctr"/>
            <a:r>
              <a:rPr lang="en-GB" i="0" dirty="0">
                <a:solidFill>
                  <a:srgbClr val="333333"/>
                </a:solidFill>
                <a:effectLst/>
                <a:latin typeface="+mj-lt"/>
              </a:rPr>
              <a:t>Automatic metrics should be used as filters and signals, not as the final arbiters of quality</a:t>
            </a:r>
            <a:endParaRPr lang="en-IN" dirty="0">
              <a:latin typeface="+mj-lt"/>
            </a:endParaRPr>
          </a:p>
        </p:txBody>
      </p:sp>
    </p:spTree>
    <p:extLst>
      <p:ext uri="{BB962C8B-B14F-4D97-AF65-F5344CB8AC3E}">
        <p14:creationId xmlns:p14="http://schemas.microsoft.com/office/powerpoint/2010/main" val="1940088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AB901BC3-C2A9-4792-8259-33CDE53F4DFF}"/>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180AC450-FB5E-0745-04BF-14D91A17CBF5}"/>
              </a:ext>
            </a:extLst>
          </p:cNvPr>
          <p:cNvSpPr txBox="1"/>
          <p:nvPr/>
        </p:nvSpPr>
        <p:spPr>
          <a:xfrm>
            <a:off x="2413346" y="2277382"/>
            <a:ext cx="6991912" cy="1477328"/>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i="0" u="none" strike="noStrike" cap="none" dirty="0">
                <a:solidFill>
                  <a:srgbClr val="FF0000"/>
                </a:solidFill>
                <a:latin typeface="Lato"/>
                <a:ea typeface="Lato"/>
                <a:cs typeface="Lato"/>
                <a:sym typeface="Lato"/>
              </a:rPr>
              <a:t>Evaluation Pipeline in Gen AI Products</a:t>
            </a:r>
          </a:p>
        </p:txBody>
      </p:sp>
    </p:spTree>
    <p:extLst>
      <p:ext uri="{BB962C8B-B14F-4D97-AF65-F5344CB8AC3E}">
        <p14:creationId xmlns:p14="http://schemas.microsoft.com/office/powerpoint/2010/main" val="3202943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F6F5-71E1-8BD2-9921-AED7B19E7B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5F35AC-5D1D-B3F5-FC78-3A6444E8D74D}"/>
              </a:ext>
            </a:extLst>
          </p:cNvPr>
          <p:cNvSpPr txBox="1"/>
          <p:nvPr/>
        </p:nvSpPr>
        <p:spPr>
          <a:xfrm>
            <a:off x="2297723" y="284402"/>
            <a:ext cx="7596554" cy="461665"/>
          </a:xfrm>
          <a:prstGeom prst="rect">
            <a:avLst/>
          </a:prstGeom>
          <a:noFill/>
        </p:spPr>
        <p:txBody>
          <a:bodyPr wrap="square" rtlCol="0">
            <a:spAutoFit/>
          </a:bodyPr>
          <a:lstStyle/>
          <a:p>
            <a:pPr algn="ctr"/>
            <a:r>
              <a:rPr lang="en-GB" sz="2400" dirty="0"/>
              <a:t>Gen AI Product Lifecycle with Evaluation</a:t>
            </a:r>
          </a:p>
        </p:txBody>
      </p:sp>
      <p:sp>
        <p:nvSpPr>
          <p:cNvPr id="4" name="Rectangle 3">
            <a:extLst>
              <a:ext uri="{FF2B5EF4-FFF2-40B4-BE49-F238E27FC236}">
                <a16:creationId xmlns:a16="http://schemas.microsoft.com/office/drawing/2014/main" id="{FFDBF91B-6E26-1098-D067-FBD693F27F3A}"/>
              </a:ext>
            </a:extLst>
          </p:cNvPr>
          <p:cNvSpPr/>
          <p:nvPr/>
        </p:nvSpPr>
        <p:spPr>
          <a:xfrm>
            <a:off x="1241433" y="199171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Design Prompts</a:t>
            </a:r>
          </a:p>
        </p:txBody>
      </p:sp>
      <p:sp>
        <p:nvSpPr>
          <p:cNvPr id="5" name="Rectangle 4">
            <a:extLst>
              <a:ext uri="{FF2B5EF4-FFF2-40B4-BE49-F238E27FC236}">
                <a16:creationId xmlns:a16="http://schemas.microsoft.com/office/drawing/2014/main" id="{83A73BDC-1140-56AE-B588-AC5E69DAAA5D}"/>
              </a:ext>
            </a:extLst>
          </p:cNvPr>
          <p:cNvSpPr/>
          <p:nvPr/>
        </p:nvSpPr>
        <p:spPr>
          <a:xfrm>
            <a:off x="3983421" y="199171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Build Systems</a:t>
            </a:r>
          </a:p>
        </p:txBody>
      </p:sp>
      <p:sp>
        <p:nvSpPr>
          <p:cNvPr id="6" name="Rectangle 5">
            <a:extLst>
              <a:ext uri="{FF2B5EF4-FFF2-40B4-BE49-F238E27FC236}">
                <a16:creationId xmlns:a16="http://schemas.microsoft.com/office/drawing/2014/main" id="{C71AAEBB-808A-2D10-6CF8-39EA6291F772}"/>
              </a:ext>
            </a:extLst>
          </p:cNvPr>
          <p:cNvSpPr/>
          <p:nvPr/>
        </p:nvSpPr>
        <p:spPr>
          <a:xfrm>
            <a:off x="6725411" y="199171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Test Outputs</a:t>
            </a:r>
          </a:p>
        </p:txBody>
      </p:sp>
      <p:sp>
        <p:nvSpPr>
          <p:cNvPr id="8" name="Rectangle 7">
            <a:extLst>
              <a:ext uri="{FF2B5EF4-FFF2-40B4-BE49-F238E27FC236}">
                <a16:creationId xmlns:a16="http://schemas.microsoft.com/office/drawing/2014/main" id="{957F28E6-6F1B-17BC-8A15-F4E48163CB18}"/>
              </a:ext>
            </a:extLst>
          </p:cNvPr>
          <p:cNvSpPr/>
          <p:nvPr/>
        </p:nvSpPr>
        <p:spPr>
          <a:xfrm>
            <a:off x="9467401" y="199171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Iterate</a:t>
            </a:r>
          </a:p>
        </p:txBody>
      </p:sp>
      <p:sp>
        <p:nvSpPr>
          <p:cNvPr id="11" name="Rectangle 10">
            <a:extLst>
              <a:ext uri="{FF2B5EF4-FFF2-40B4-BE49-F238E27FC236}">
                <a16:creationId xmlns:a16="http://schemas.microsoft.com/office/drawing/2014/main" id="{D1038DCB-FA6F-1FE0-CE70-3E425E6C653F}"/>
              </a:ext>
            </a:extLst>
          </p:cNvPr>
          <p:cNvSpPr/>
          <p:nvPr/>
        </p:nvSpPr>
        <p:spPr>
          <a:xfrm>
            <a:off x="6725411" y="4025462"/>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Evaluation:</a:t>
            </a:r>
          </a:p>
          <a:p>
            <a:pPr marL="285750" indent="-285750">
              <a:buFont typeface="Arial" panose="020B0604020202020204" pitchFamily="34" charset="0"/>
              <a:buChar char="•"/>
            </a:pPr>
            <a:r>
              <a:rPr lang="en-IN" sz="1600" dirty="0">
                <a:solidFill>
                  <a:schemeClr val="tx1"/>
                </a:solidFill>
              </a:rPr>
              <a:t>Unit Tests</a:t>
            </a:r>
          </a:p>
          <a:p>
            <a:pPr marL="285750" indent="-285750">
              <a:buFont typeface="Arial" panose="020B0604020202020204" pitchFamily="34" charset="0"/>
              <a:buChar char="•"/>
            </a:pPr>
            <a:r>
              <a:rPr lang="en-IN" sz="1600" dirty="0">
                <a:solidFill>
                  <a:schemeClr val="tx1"/>
                </a:solidFill>
              </a:rPr>
              <a:t>Golden Set</a:t>
            </a:r>
          </a:p>
          <a:p>
            <a:pPr marL="285750" indent="-285750">
              <a:buFont typeface="Arial" panose="020B0604020202020204" pitchFamily="34" charset="0"/>
              <a:buChar char="•"/>
            </a:pPr>
            <a:r>
              <a:rPr lang="en-IN" sz="1600" dirty="0">
                <a:solidFill>
                  <a:schemeClr val="tx1"/>
                </a:solidFill>
              </a:rPr>
              <a:t>Red Team</a:t>
            </a:r>
          </a:p>
        </p:txBody>
      </p:sp>
      <p:cxnSp>
        <p:nvCxnSpPr>
          <p:cNvPr id="13" name="Straight Arrow Connector 12">
            <a:extLst>
              <a:ext uri="{FF2B5EF4-FFF2-40B4-BE49-F238E27FC236}">
                <a16:creationId xmlns:a16="http://schemas.microsoft.com/office/drawing/2014/main" id="{B02E10B7-FDAE-5C17-86D8-8EB41A1348FA}"/>
              </a:ext>
            </a:extLst>
          </p:cNvPr>
          <p:cNvCxnSpPr>
            <a:stCxn id="4" idx="3"/>
            <a:endCxn id="5" idx="1"/>
          </p:cNvCxnSpPr>
          <p:nvPr/>
        </p:nvCxnSpPr>
        <p:spPr>
          <a:xfrm>
            <a:off x="3354012" y="2601312"/>
            <a:ext cx="6294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1770641-69BF-CF5C-8236-941C5FA78D0C}"/>
              </a:ext>
            </a:extLst>
          </p:cNvPr>
          <p:cNvCxnSpPr>
            <a:stCxn id="5" idx="3"/>
            <a:endCxn id="6" idx="1"/>
          </p:cNvCxnSpPr>
          <p:nvPr/>
        </p:nvCxnSpPr>
        <p:spPr>
          <a:xfrm>
            <a:off x="6096000" y="2601312"/>
            <a:ext cx="629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984B6E4-6F81-43CE-4C31-1FEB8400FF02}"/>
              </a:ext>
            </a:extLst>
          </p:cNvPr>
          <p:cNvCxnSpPr>
            <a:stCxn id="6" idx="2"/>
            <a:endCxn id="11" idx="0"/>
          </p:cNvCxnSpPr>
          <p:nvPr/>
        </p:nvCxnSpPr>
        <p:spPr>
          <a:xfrm>
            <a:off x="7781701" y="3210912"/>
            <a:ext cx="0" cy="8145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2F64080-5BC1-2EFC-F3FD-7CE2EBF36612}"/>
              </a:ext>
            </a:extLst>
          </p:cNvPr>
          <p:cNvCxnSpPr>
            <a:stCxn id="6" idx="3"/>
            <a:endCxn id="8" idx="1"/>
          </p:cNvCxnSpPr>
          <p:nvPr/>
        </p:nvCxnSpPr>
        <p:spPr>
          <a:xfrm>
            <a:off x="8837990" y="2601312"/>
            <a:ext cx="629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C5E0AB43-7870-9402-743D-EED05C9281FE}"/>
              </a:ext>
            </a:extLst>
          </p:cNvPr>
          <p:cNvSpPr txBox="1"/>
          <p:nvPr/>
        </p:nvSpPr>
        <p:spPr>
          <a:xfrm>
            <a:off x="1103586" y="1132914"/>
            <a:ext cx="2974428" cy="369332"/>
          </a:xfrm>
          <a:prstGeom prst="rect">
            <a:avLst/>
          </a:prstGeom>
          <a:noFill/>
        </p:spPr>
        <p:txBody>
          <a:bodyPr wrap="square" rtlCol="0">
            <a:spAutoFit/>
          </a:bodyPr>
          <a:lstStyle/>
          <a:p>
            <a:r>
              <a:rPr lang="en-IN" b="1" dirty="0"/>
              <a:t>PHASE 1: Development</a:t>
            </a:r>
          </a:p>
        </p:txBody>
      </p:sp>
    </p:spTree>
    <p:extLst>
      <p:ext uri="{BB962C8B-B14F-4D97-AF65-F5344CB8AC3E}">
        <p14:creationId xmlns:p14="http://schemas.microsoft.com/office/powerpoint/2010/main" val="1618164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3D2C7-28A2-B4E5-0917-9AB868DA30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CCB947-56FD-2B08-01D8-019601648304}"/>
              </a:ext>
            </a:extLst>
          </p:cNvPr>
          <p:cNvSpPr txBox="1"/>
          <p:nvPr/>
        </p:nvSpPr>
        <p:spPr>
          <a:xfrm>
            <a:off x="2297723" y="284402"/>
            <a:ext cx="7596554" cy="461665"/>
          </a:xfrm>
          <a:prstGeom prst="rect">
            <a:avLst/>
          </a:prstGeom>
          <a:noFill/>
        </p:spPr>
        <p:txBody>
          <a:bodyPr wrap="square" rtlCol="0">
            <a:spAutoFit/>
          </a:bodyPr>
          <a:lstStyle/>
          <a:p>
            <a:pPr algn="ctr"/>
            <a:r>
              <a:rPr lang="en-GB" sz="2400" dirty="0"/>
              <a:t>Gen AI Product Lifecycle with Evaluation</a:t>
            </a:r>
          </a:p>
        </p:txBody>
      </p:sp>
      <p:sp>
        <p:nvSpPr>
          <p:cNvPr id="4" name="Rectangle 3">
            <a:extLst>
              <a:ext uri="{FF2B5EF4-FFF2-40B4-BE49-F238E27FC236}">
                <a16:creationId xmlns:a16="http://schemas.microsoft.com/office/drawing/2014/main" id="{7D715D1B-4BCD-E8CF-2B82-BFB3262B8B7B}"/>
              </a:ext>
            </a:extLst>
          </p:cNvPr>
          <p:cNvSpPr/>
          <p:nvPr/>
        </p:nvSpPr>
        <p:spPr>
          <a:xfrm>
            <a:off x="1893075"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Staging Review</a:t>
            </a:r>
          </a:p>
        </p:txBody>
      </p:sp>
      <p:sp>
        <p:nvSpPr>
          <p:cNvPr id="5" name="Rectangle 4">
            <a:extLst>
              <a:ext uri="{FF2B5EF4-FFF2-40B4-BE49-F238E27FC236}">
                <a16:creationId xmlns:a16="http://schemas.microsoft.com/office/drawing/2014/main" id="{B824CF0D-1F67-882D-8992-6E87D4D05574}"/>
              </a:ext>
            </a:extLst>
          </p:cNvPr>
          <p:cNvSpPr/>
          <p:nvPr/>
        </p:nvSpPr>
        <p:spPr>
          <a:xfrm>
            <a:off x="4635063"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Canary Release</a:t>
            </a:r>
          </a:p>
        </p:txBody>
      </p:sp>
      <p:sp>
        <p:nvSpPr>
          <p:cNvPr id="6" name="Rectangle 5">
            <a:extLst>
              <a:ext uri="{FF2B5EF4-FFF2-40B4-BE49-F238E27FC236}">
                <a16:creationId xmlns:a16="http://schemas.microsoft.com/office/drawing/2014/main" id="{FAC18E69-5B36-9C3E-BD3E-B3BC6F52466A}"/>
              </a:ext>
            </a:extLst>
          </p:cNvPr>
          <p:cNvSpPr/>
          <p:nvPr/>
        </p:nvSpPr>
        <p:spPr>
          <a:xfrm>
            <a:off x="7377053"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Full Release</a:t>
            </a:r>
          </a:p>
        </p:txBody>
      </p:sp>
      <p:sp>
        <p:nvSpPr>
          <p:cNvPr id="11" name="Rectangle 10">
            <a:extLst>
              <a:ext uri="{FF2B5EF4-FFF2-40B4-BE49-F238E27FC236}">
                <a16:creationId xmlns:a16="http://schemas.microsoft.com/office/drawing/2014/main" id="{7EA6B725-369A-FBC5-1655-AB12FC5BC457}"/>
              </a:ext>
            </a:extLst>
          </p:cNvPr>
          <p:cNvSpPr/>
          <p:nvPr/>
        </p:nvSpPr>
        <p:spPr>
          <a:xfrm>
            <a:off x="7377053" y="4014952"/>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Evaluation:</a:t>
            </a:r>
          </a:p>
          <a:p>
            <a:pPr marL="285750" indent="-285750">
              <a:buFont typeface="Arial" panose="020B0604020202020204" pitchFamily="34" charset="0"/>
              <a:buChar char="•"/>
            </a:pPr>
            <a:r>
              <a:rPr lang="en-IN" sz="1600" dirty="0">
                <a:solidFill>
                  <a:schemeClr val="tx1"/>
                </a:solidFill>
              </a:rPr>
              <a:t>Full Monitor</a:t>
            </a:r>
          </a:p>
        </p:txBody>
      </p:sp>
      <p:cxnSp>
        <p:nvCxnSpPr>
          <p:cNvPr id="13" name="Straight Arrow Connector 12">
            <a:extLst>
              <a:ext uri="{FF2B5EF4-FFF2-40B4-BE49-F238E27FC236}">
                <a16:creationId xmlns:a16="http://schemas.microsoft.com/office/drawing/2014/main" id="{6788904C-E840-B00D-348A-752541CEE25B}"/>
              </a:ext>
            </a:extLst>
          </p:cNvPr>
          <p:cNvCxnSpPr>
            <a:stCxn id="4" idx="3"/>
            <a:endCxn id="5" idx="1"/>
          </p:cNvCxnSpPr>
          <p:nvPr/>
        </p:nvCxnSpPr>
        <p:spPr>
          <a:xfrm>
            <a:off x="4005654" y="2590802"/>
            <a:ext cx="6294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87D28EA9-A6A0-B9D5-27AE-363877B162CE}"/>
              </a:ext>
            </a:extLst>
          </p:cNvPr>
          <p:cNvCxnSpPr>
            <a:stCxn id="5" idx="3"/>
            <a:endCxn id="6" idx="1"/>
          </p:cNvCxnSpPr>
          <p:nvPr/>
        </p:nvCxnSpPr>
        <p:spPr>
          <a:xfrm>
            <a:off x="6747642" y="2590802"/>
            <a:ext cx="629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3BE2147-24A1-0C0A-6C13-AE60742AA70D}"/>
              </a:ext>
            </a:extLst>
          </p:cNvPr>
          <p:cNvCxnSpPr>
            <a:stCxn id="6" idx="2"/>
            <a:endCxn id="11" idx="0"/>
          </p:cNvCxnSpPr>
          <p:nvPr/>
        </p:nvCxnSpPr>
        <p:spPr>
          <a:xfrm>
            <a:off x="8433343" y="3200402"/>
            <a:ext cx="0" cy="8145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58A21446-FE82-9305-C30A-D632C74A7E96}"/>
              </a:ext>
            </a:extLst>
          </p:cNvPr>
          <p:cNvSpPr txBox="1"/>
          <p:nvPr/>
        </p:nvSpPr>
        <p:spPr>
          <a:xfrm>
            <a:off x="1103586" y="1132914"/>
            <a:ext cx="2974428" cy="369332"/>
          </a:xfrm>
          <a:prstGeom prst="rect">
            <a:avLst/>
          </a:prstGeom>
          <a:noFill/>
        </p:spPr>
        <p:txBody>
          <a:bodyPr wrap="square" rtlCol="0">
            <a:spAutoFit/>
          </a:bodyPr>
          <a:lstStyle/>
          <a:p>
            <a:r>
              <a:rPr lang="en-IN" b="1" dirty="0"/>
              <a:t>PHASE 2: Deployment</a:t>
            </a:r>
          </a:p>
        </p:txBody>
      </p:sp>
      <p:sp>
        <p:nvSpPr>
          <p:cNvPr id="7" name="Rectangle 6">
            <a:extLst>
              <a:ext uri="{FF2B5EF4-FFF2-40B4-BE49-F238E27FC236}">
                <a16:creationId xmlns:a16="http://schemas.microsoft.com/office/drawing/2014/main" id="{1295B93C-148E-24BF-E0C1-A765A392FE9A}"/>
              </a:ext>
            </a:extLst>
          </p:cNvPr>
          <p:cNvSpPr/>
          <p:nvPr/>
        </p:nvSpPr>
        <p:spPr>
          <a:xfrm>
            <a:off x="1893075" y="4014952"/>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Evaluation:</a:t>
            </a:r>
          </a:p>
          <a:p>
            <a:pPr marL="285750" indent="-285750">
              <a:buFont typeface="Arial" panose="020B0604020202020204" pitchFamily="34" charset="0"/>
              <a:buChar char="•"/>
            </a:pPr>
            <a:r>
              <a:rPr lang="en-IN" sz="1600" dirty="0">
                <a:solidFill>
                  <a:schemeClr val="tx1"/>
                </a:solidFill>
              </a:rPr>
              <a:t>Human QA Sign-Off</a:t>
            </a:r>
          </a:p>
        </p:txBody>
      </p:sp>
      <p:cxnSp>
        <p:nvCxnSpPr>
          <p:cNvPr id="9" name="Straight Arrow Connector 8">
            <a:extLst>
              <a:ext uri="{FF2B5EF4-FFF2-40B4-BE49-F238E27FC236}">
                <a16:creationId xmlns:a16="http://schemas.microsoft.com/office/drawing/2014/main" id="{A0091381-CDAE-1A43-B62C-59D207573C74}"/>
              </a:ext>
            </a:extLst>
          </p:cNvPr>
          <p:cNvCxnSpPr>
            <a:endCxn id="7" idx="0"/>
          </p:cNvCxnSpPr>
          <p:nvPr/>
        </p:nvCxnSpPr>
        <p:spPr>
          <a:xfrm>
            <a:off x="2949365" y="3200402"/>
            <a:ext cx="0" cy="8145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angle 9">
            <a:extLst>
              <a:ext uri="{FF2B5EF4-FFF2-40B4-BE49-F238E27FC236}">
                <a16:creationId xmlns:a16="http://schemas.microsoft.com/office/drawing/2014/main" id="{22F88693-5805-3E29-373B-B9FCA44EA257}"/>
              </a:ext>
            </a:extLst>
          </p:cNvPr>
          <p:cNvSpPr/>
          <p:nvPr/>
        </p:nvSpPr>
        <p:spPr>
          <a:xfrm>
            <a:off x="4635063" y="4014952"/>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rPr>
              <a:t>Evaluation:</a:t>
            </a:r>
          </a:p>
          <a:p>
            <a:pPr marL="285750" indent="-285750">
              <a:buFont typeface="Arial" panose="020B0604020202020204" pitchFamily="34" charset="0"/>
              <a:buChar char="•"/>
            </a:pPr>
            <a:r>
              <a:rPr lang="en-IN" sz="1600" dirty="0">
                <a:solidFill>
                  <a:schemeClr val="tx1"/>
                </a:solidFill>
              </a:rPr>
              <a:t>Metrics + Sample</a:t>
            </a:r>
          </a:p>
        </p:txBody>
      </p:sp>
      <p:cxnSp>
        <p:nvCxnSpPr>
          <p:cNvPr id="12" name="Straight Arrow Connector 11">
            <a:extLst>
              <a:ext uri="{FF2B5EF4-FFF2-40B4-BE49-F238E27FC236}">
                <a16:creationId xmlns:a16="http://schemas.microsoft.com/office/drawing/2014/main" id="{15D4C565-6CEC-EBCA-1210-918D47407D80}"/>
              </a:ext>
            </a:extLst>
          </p:cNvPr>
          <p:cNvCxnSpPr>
            <a:endCxn id="10" idx="0"/>
          </p:cNvCxnSpPr>
          <p:nvPr/>
        </p:nvCxnSpPr>
        <p:spPr>
          <a:xfrm>
            <a:off x="5691353" y="3200402"/>
            <a:ext cx="0" cy="8145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54265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EBBAD-6C10-29E8-86F1-8D4EF973AC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7BD815-D6C2-6E56-92CF-3B8A9DAB6B9B}"/>
              </a:ext>
            </a:extLst>
          </p:cNvPr>
          <p:cNvSpPr txBox="1"/>
          <p:nvPr/>
        </p:nvSpPr>
        <p:spPr>
          <a:xfrm>
            <a:off x="2297723" y="284402"/>
            <a:ext cx="7596554" cy="461665"/>
          </a:xfrm>
          <a:prstGeom prst="rect">
            <a:avLst/>
          </a:prstGeom>
          <a:noFill/>
        </p:spPr>
        <p:txBody>
          <a:bodyPr wrap="square" rtlCol="0">
            <a:spAutoFit/>
          </a:bodyPr>
          <a:lstStyle/>
          <a:p>
            <a:pPr algn="ctr"/>
            <a:r>
              <a:rPr lang="en-GB" sz="2400" dirty="0"/>
              <a:t>Gen AI Product Lifecycle with Evaluation</a:t>
            </a:r>
          </a:p>
        </p:txBody>
      </p:sp>
      <p:sp>
        <p:nvSpPr>
          <p:cNvPr id="4" name="Rectangle 3">
            <a:extLst>
              <a:ext uri="{FF2B5EF4-FFF2-40B4-BE49-F238E27FC236}">
                <a16:creationId xmlns:a16="http://schemas.microsoft.com/office/drawing/2014/main" id="{C7FD96B4-FE8C-FAE7-C1A5-A9390789B834}"/>
              </a:ext>
            </a:extLst>
          </p:cNvPr>
          <p:cNvSpPr/>
          <p:nvPr/>
        </p:nvSpPr>
        <p:spPr>
          <a:xfrm>
            <a:off x="1893075"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Real-time Automated Checks</a:t>
            </a:r>
          </a:p>
        </p:txBody>
      </p:sp>
      <p:sp>
        <p:nvSpPr>
          <p:cNvPr id="5" name="Rectangle 4">
            <a:extLst>
              <a:ext uri="{FF2B5EF4-FFF2-40B4-BE49-F238E27FC236}">
                <a16:creationId xmlns:a16="http://schemas.microsoft.com/office/drawing/2014/main" id="{DC5911CD-FC41-D359-0DC3-A4499B01935E}"/>
              </a:ext>
            </a:extLst>
          </p:cNvPr>
          <p:cNvSpPr/>
          <p:nvPr/>
        </p:nvSpPr>
        <p:spPr>
          <a:xfrm>
            <a:off x="4635063"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Sampled Human Review</a:t>
            </a:r>
          </a:p>
        </p:txBody>
      </p:sp>
      <p:sp>
        <p:nvSpPr>
          <p:cNvPr id="6" name="Rectangle 5">
            <a:extLst>
              <a:ext uri="{FF2B5EF4-FFF2-40B4-BE49-F238E27FC236}">
                <a16:creationId xmlns:a16="http://schemas.microsoft.com/office/drawing/2014/main" id="{8ED0F99B-E016-CE24-6C0F-24FDF70E9447}"/>
              </a:ext>
            </a:extLst>
          </p:cNvPr>
          <p:cNvSpPr/>
          <p:nvPr/>
        </p:nvSpPr>
        <p:spPr>
          <a:xfrm>
            <a:off x="7377053" y="1981202"/>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User Feedback Analysis</a:t>
            </a:r>
          </a:p>
        </p:txBody>
      </p:sp>
      <p:sp>
        <p:nvSpPr>
          <p:cNvPr id="21" name="TextBox 20">
            <a:extLst>
              <a:ext uri="{FF2B5EF4-FFF2-40B4-BE49-F238E27FC236}">
                <a16:creationId xmlns:a16="http://schemas.microsoft.com/office/drawing/2014/main" id="{1A354EE5-EE20-9C49-A8DA-567C7FFE0C88}"/>
              </a:ext>
            </a:extLst>
          </p:cNvPr>
          <p:cNvSpPr txBox="1"/>
          <p:nvPr/>
        </p:nvSpPr>
        <p:spPr>
          <a:xfrm>
            <a:off x="1103586" y="1132914"/>
            <a:ext cx="2974428" cy="369332"/>
          </a:xfrm>
          <a:prstGeom prst="rect">
            <a:avLst/>
          </a:prstGeom>
          <a:noFill/>
        </p:spPr>
        <p:txBody>
          <a:bodyPr wrap="square" rtlCol="0">
            <a:spAutoFit/>
          </a:bodyPr>
          <a:lstStyle/>
          <a:p>
            <a:r>
              <a:rPr lang="en-IN" b="1" dirty="0"/>
              <a:t>PHASE 3: Production</a:t>
            </a:r>
          </a:p>
        </p:txBody>
      </p:sp>
      <p:sp>
        <p:nvSpPr>
          <p:cNvPr id="10" name="Rectangle 9">
            <a:extLst>
              <a:ext uri="{FF2B5EF4-FFF2-40B4-BE49-F238E27FC236}">
                <a16:creationId xmlns:a16="http://schemas.microsoft.com/office/drawing/2014/main" id="{DBFB7084-052D-60C7-490C-74252613281E}"/>
              </a:ext>
            </a:extLst>
          </p:cNvPr>
          <p:cNvSpPr/>
          <p:nvPr/>
        </p:nvSpPr>
        <p:spPr>
          <a:xfrm>
            <a:off x="4635063" y="4521600"/>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Improvement Loop</a:t>
            </a:r>
            <a:endParaRPr lang="en-IN" sz="1600" dirty="0">
              <a:solidFill>
                <a:schemeClr val="tx1"/>
              </a:solidFill>
            </a:endParaRPr>
          </a:p>
        </p:txBody>
      </p:sp>
      <p:cxnSp>
        <p:nvCxnSpPr>
          <p:cNvPr id="14" name="Connector: Elbow 13">
            <a:extLst>
              <a:ext uri="{FF2B5EF4-FFF2-40B4-BE49-F238E27FC236}">
                <a16:creationId xmlns:a16="http://schemas.microsoft.com/office/drawing/2014/main" id="{C8FEBE0F-0130-5E06-0A14-A003DB6F4E1D}"/>
              </a:ext>
            </a:extLst>
          </p:cNvPr>
          <p:cNvCxnSpPr>
            <a:cxnSpLocks/>
            <a:stCxn id="4" idx="2"/>
            <a:endCxn id="10" idx="0"/>
          </p:cNvCxnSpPr>
          <p:nvPr/>
        </p:nvCxnSpPr>
        <p:spPr>
          <a:xfrm rot="16200000" flipH="1">
            <a:off x="3659760" y="2490007"/>
            <a:ext cx="1321198" cy="274198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6E40FE06-999E-D1E3-84DB-8FFBCBF9B272}"/>
              </a:ext>
            </a:extLst>
          </p:cNvPr>
          <p:cNvCxnSpPr>
            <a:cxnSpLocks/>
            <a:stCxn id="6" idx="2"/>
            <a:endCxn id="10" idx="0"/>
          </p:cNvCxnSpPr>
          <p:nvPr/>
        </p:nvCxnSpPr>
        <p:spPr>
          <a:xfrm rot="5400000">
            <a:off x="6401749" y="2490006"/>
            <a:ext cx="1321198" cy="274199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BC2EA4A6-68EE-7C07-0CC6-62A20A953892}"/>
              </a:ext>
            </a:extLst>
          </p:cNvPr>
          <p:cNvCxnSpPr>
            <a:stCxn id="5" idx="2"/>
            <a:endCxn id="10" idx="0"/>
          </p:cNvCxnSpPr>
          <p:nvPr/>
        </p:nvCxnSpPr>
        <p:spPr>
          <a:xfrm>
            <a:off x="5691353" y="3200402"/>
            <a:ext cx="0" cy="1321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3DF76916-9C77-58A8-66B6-F51C8C3613C0}"/>
              </a:ext>
            </a:extLst>
          </p:cNvPr>
          <p:cNvSpPr txBox="1"/>
          <p:nvPr/>
        </p:nvSpPr>
        <p:spPr>
          <a:xfrm>
            <a:off x="4167352" y="6165734"/>
            <a:ext cx="3048000" cy="369332"/>
          </a:xfrm>
          <a:prstGeom prst="rect">
            <a:avLst/>
          </a:prstGeom>
          <a:noFill/>
        </p:spPr>
        <p:txBody>
          <a:bodyPr wrap="square">
            <a:spAutoFit/>
          </a:bodyPr>
          <a:lstStyle/>
          <a:p>
            <a:pPr algn="ctr">
              <a:buNone/>
            </a:pPr>
            <a:r>
              <a:rPr lang="en-IN" b="0" i="0" dirty="0">
                <a:solidFill>
                  <a:srgbClr val="333333"/>
                </a:solidFill>
                <a:effectLst/>
                <a:latin typeface="+mj-lt"/>
              </a:rPr>
              <a:t> CONTINUOUS MONITORING</a:t>
            </a:r>
          </a:p>
        </p:txBody>
      </p:sp>
      <p:sp>
        <p:nvSpPr>
          <p:cNvPr id="26" name="TextBox 25">
            <a:extLst>
              <a:ext uri="{FF2B5EF4-FFF2-40B4-BE49-F238E27FC236}">
                <a16:creationId xmlns:a16="http://schemas.microsoft.com/office/drawing/2014/main" id="{922219A3-DC8D-0904-1481-6128C6E11E1E}"/>
              </a:ext>
            </a:extLst>
          </p:cNvPr>
          <p:cNvSpPr txBox="1"/>
          <p:nvPr/>
        </p:nvSpPr>
        <p:spPr>
          <a:xfrm>
            <a:off x="7256731" y="4946534"/>
            <a:ext cx="1960179" cy="369332"/>
          </a:xfrm>
          <a:prstGeom prst="rect">
            <a:avLst/>
          </a:prstGeom>
          <a:noFill/>
        </p:spPr>
        <p:txBody>
          <a:bodyPr wrap="square" rtlCol="0">
            <a:spAutoFit/>
          </a:bodyPr>
          <a:lstStyle/>
          <a:p>
            <a:r>
              <a:rPr lang="en-IN" dirty="0"/>
              <a:t>Back to Phase 1</a:t>
            </a:r>
          </a:p>
        </p:txBody>
      </p:sp>
      <p:cxnSp>
        <p:nvCxnSpPr>
          <p:cNvPr id="28" name="Straight Arrow Connector 27">
            <a:extLst>
              <a:ext uri="{FF2B5EF4-FFF2-40B4-BE49-F238E27FC236}">
                <a16:creationId xmlns:a16="http://schemas.microsoft.com/office/drawing/2014/main" id="{1E51805A-E589-EA62-369D-05A1F874C0FA}"/>
              </a:ext>
            </a:extLst>
          </p:cNvPr>
          <p:cNvCxnSpPr>
            <a:stCxn id="10" idx="3"/>
            <a:endCxn id="26" idx="1"/>
          </p:cNvCxnSpPr>
          <p:nvPr/>
        </p:nvCxnSpPr>
        <p:spPr>
          <a:xfrm>
            <a:off x="6747642" y="5131200"/>
            <a:ext cx="50908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EC780E23-61FA-DCFF-CF74-D9AF7859CB36}"/>
              </a:ext>
            </a:extLst>
          </p:cNvPr>
          <p:cNvGrpSpPr/>
          <p:nvPr/>
        </p:nvGrpSpPr>
        <p:grpSpPr>
          <a:xfrm>
            <a:off x="7420081" y="5420501"/>
            <a:ext cx="3112693" cy="1332898"/>
            <a:chOff x="1263664" y="2336400"/>
            <a:chExt cx="7596557" cy="3252950"/>
          </a:xfrm>
        </p:grpSpPr>
        <p:sp>
          <p:nvSpPr>
            <p:cNvPr id="2" name="Rectangle 1">
              <a:extLst>
                <a:ext uri="{FF2B5EF4-FFF2-40B4-BE49-F238E27FC236}">
                  <a16:creationId xmlns:a16="http://schemas.microsoft.com/office/drawing/2014/main" id="{F550989B-0A83-6A78-C7B7-9F953B2704B2}"/>
                </a:ext>
              </a:extLst>
            </p:cNvPr>
            <p:cNvSpPr/>
            <p:nvPr/>
          </p:nvSpPr>
          <p:spPr>
            <a:xfrm>
              <a:off x="1263664" y="2336400"/>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Design Prompts</a:t>
              </a:r>
            </a:p>
          </p:txBody>
        </p:sp>
        <p:sp>
          <p:nvSpPr>
            <p:cNvPr id="7" name="Rectangle 6">
              <a:extLst>
                <a:ext uri="{FF2B5EF4-FFF2-40B4-BE49-F238E27FC236}">
                  <a16:creationId xmlns:a16="http://schemas.microsoft.com/office/drawing/2014/main" id="{09E2E959-C7C5-DDB3-396B-96B265AFCFE9}"/>
                </a:ext>
              </a:extLst>
            </p:cNvPr>
            <p:cNvSpPr/>
            <p:nvPr/>
          </p:nvSpPr>
          <p:spPr>
            <a:xfrm>
              <a:off x="4005652" y="2336400"/>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Build Systems</a:t>
              </a:r>
            </a:p>
          </p:txBody>
        </p:sp>
        <p:sp>
          <p:nvSpPr>
            <p:cNvPr id="8" name="Rectangle 7">
              <a:extLst>
                <a:ext uri="{FF2B5EF4-FFF2-40B4-BE49-F238E27FC236}">
                  <a16:creationId xmlns:a16="http://schemas.microsoft.com/office/drawing/2014/main" id="{FE945C28-369F-3470-03E6-185CC77A6369}"/>
                </a:ext>
              </a:extLst>
            </p:cNvPr>
            <p:cNvSpPr/>
            <p:nvPr/>
          </p:nvSpPr>
          <p:spPr>
            <a:xfrm>
              <a:off x="6747642" y="2336400"/>
              <a:ext cx="2112579" cy="1219200"/>
            </a:xfrm>
            <a:prstGeom prst="rect">
              <a:avLst/>
            </a:prstGeom>
            <a:solidFill>
              <a:srgbClr val="F8FFD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700" dirty="0">
                  <a:solidFill>
                    <a:schemeClr val="tx1"/>
                  </a:solidFill>
                </a:rPr>
                <a:t>Test Outputs</a:t>
              </a:r>
            </a:p>
          </p:txBody>
        </p:sp>
        <p:sp>
          <p:nvSpPr>
            <p:cNvPr id="11" name="Rectangle 10">
              <a:extLst>
                <a:ext uri="{FF2B5EF4-FFF2-40B4-BE49-F238E27FC236}">
                  <a16:creationId xmlns:a16="http://schemas.microsoft.com/office/drawing/2014/main" id="{7C7CDB4B-F68D-075E-6176-88DE08C01078}"/>
                </a:ext>
              </a:extLst>
            </p:cNvPr>
            <p:cNvSpPr/>
            <p:nvPr/>
          </p:nvSpPr>
          <p:spPr>
            <a:xfrm>
              <a:off x="6747642" y="4370150"/>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700" dirty="0">
                  <a:solidFill>
                    <a:schemeClr val="tx1"/>
                  </a:solidFill>
                </a:rPr>
                <a:t>Evaluation:</a:t>
              </a:r>
            </a:p>
            <a:p>
              <a:pPr marL="285750" indent="-285750">
                <a:buFont typeface="Arial" panose="020B0604020202020204" pitchFamily="34" charset="0"/>
                <a:buChar char="•"/>
              </a:pPr>
              <a:r>
                <a:rPr lang="en-IN" sz="600" dirty="0">
                  <a:solidFill>
                    <a:schemeClr val="tx1"/>
                  </a:solidFill>
                </a:rPr>
                <a:t>Unit Tests</a:t>
              </a:r>
            </a:p>
            <a:p>
              <a:pPr marL="285750" indent="-285750">
                <a:buFont typeface="Arial" panose="020B0604020202020204" pitchFamily="34" charset="0"/>
                <a:buChar char="•"/>
              </a:pPr>
              <a:r>
                <a:rPr lang="en-IN" sz="600" dirty="0">
                  <a:solidFill>
                    <a:schemeClr val="tx1"/>
                  </a:solidFill>
                </a:rPr>
                <a:t>Golden Set</a:t>
              </a:r>
            </a:p>
            <a:p>
              <a:pPr marL="285750" indent="-285750">
                <a:buFont typeface="Arial" panose="020B0604020202020204" pitchFamily="34" charset="0"/>
                <a:buChar char="•"/>
              </a:pPr>
              <a:r>
                <a:rPr lang="en-IN" sz="600" dirty="0">
                  <a:solidFill>
                    <a:schemeClr val="tx1"/>
                  </a:solidFill>
                </a:rPr>
                <a:t>Red Team</a:t>
              </a:r>
            </a:p>
          </p:txBody>
        </p:sp>
        <p:cxnSp>
          <p:nvCxnSpPr>
            <p:cNvPr id="12" name="Straight Arrow Connector 11">
              <a:extLst>
                <a:ext uri="{FF2B5EF4-FFF2-40B4-BE49-F238E27FC236}">
                  <a16:creationId xmlns:a16="http://schemas.microsoft.com/office/drawing/2014/main" id="{9F46DE05-076E-0D3B-674B-71F59BEC3EDF}"/>
                </a:ext>
              </a:extLst>
            </p:cNvPr>
            <p:cNvCxnSpPr>
              <a:cxnSpLocks/>
              <a:stCxn id="2" idx="3"/>
              <a:endCxn id="7" idx="1"/>
            </p:cNvCxnSpPr>
            <p:nvPr/>
          </p:nvCxnSpPr>
          <p:spPr>
            <a:xfrm>
              <a:off x="3376243" y="2946000"/>
              <a:ext cx="6294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B0AB53E1-DDAA-4FDD-02B9-3D47D33F346D}"/>
                </a:ext>
              </a:extLst>
            </p:cNvPr>
            <p:cNvCxnSpPr>
              <a:cxnSpLocks/>
              <a:stCxn id="7" idx="3"/>
              <a:endCxn id="8" idx="1"/>
            </p:cNvCxnSpPr>
            <p:nvPr/>
          </p:nvCxnSpPr>
          <p:spPr>
            <a:xfrm>
              <a:off x="6118231" y="2946000"/>
              <a:ext cx="629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1B32645-9DB1-58C1-FA32-344456D8EA04}"/>
                </a:ext>
              </a:extLst>
            </p:cNvPr>
            <p:cNvCxnSpPr>
              <a:cxnSpLocks/>
              <a:stCxn id="8" idx="2"/>
              <a:endCxn id="11" idx="0"/>
            </p:cNvCxnSpPr>
            <p:nvPr/>
          </p:nvCxnSpPr>
          <p:spPr>
            <a:xfrm>
              <a:off x="7803932" y="3555600"/>
              <a:ext cx="0" cy="8145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86809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41A076-93B8-EB7E-96E0-13F4519EC3C9}"/>
              </a:ext>
            </a:extLst>
          </p:cNvPr>
          <p:cNvPicPr>
            <a:picLocks noChangeAspect="1"/>
          </p:cNvPicPr>
          <p:nvPr/>
        </p:nvPicPr>
        <p:blipFill>
          <a:blip r:embed="rId2"/>
          <a:srcRect t="12477" b="1847"/>
          <a:stretch>
            <a:fillRect/>
          </a:stretch>
        </p:blipFill>
        <p:spPr>
          <a:xfrm>
            <a:off x="2297723" y="1491508"/>
            <a:ext cx="7596554" cy="4130694"/>
          </a:xfrm>
          <a:prstGeom prst="rect">
            <a:avLst/>
          </a:prstGeom>
          <a:ln>
            <a:solidFill>
              <a:schemeClr val="tx1"/>
            </a:solidFill>
          </a:ln>
        </p:spPr>
      </p:pic>
      <p:sp>
        <p:nvSpPr>
          <p:cNvPr id="3" name="TextBox 2">
            <a:extLst>
              <a:ext uri="{FF2B5EF4-FFF2-40B4-BE49-F238E27FC236}">
                <a16:creationId xmlns:a16="http://schemas.microsoft.com/office/drawing/2014/main" id="{075D231C-864D-B4B5-9DF7-695B4FD61C97}"/>
              </a:ext>
            </a:extLst>
          </p:cNvPr>
          <p:cNvSpPr txBox="1"/>
          <p:nvPr/>
        </p:nvSpPr>
        <p:spPr>
          <a:xfrm>
            <a:off x="2297723" y="284402"/>
            <a:ext cx="7596554" cy="461665"/>
          </a:xfrm>
          <a:prstGeom prst="rect">
            <a:avLst/>
          </a:prstGeom>
          <a:noFill/>
        </p:spPr>
        <p:txBody>
          <a:bodyPr wrap="square" rtlCol="0">
            <a:spAutoFit/>
          </a:bodyPr>
          <a:lstStyle/>
          <a:p>
            <a:pPr algn="ctr"/>
            <a:r>
              <a:rPr lang="en-GB" sz="2400" dirty="0"/>
              <a:t>Evaluation Activities By Phases</a:t>
            </a:r>
          </a:p>
        </p:txBody>
      </p:sp>
    </p:spTree>
    <p:extLst>
      <p:ext uri="{BB962C8B-B14F-4D97-AF65-F5344CB8AC3E}">
        <p14:creationId xmlns:p14="http://schemas.microsoft.com/office/powerpoint/2010/main" val="58020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A2599-1704-AA9A-31C1-C597B993AD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308FA4-3C36-4EB6-DDDA-A57ADB5AB9DA}"/>
              </a:ext>
            </a:extLst>
          </p:cNvPr>
          <p:cNvSpPr txBox="1"/>
          <p:nvPr/>
        </p:nvSpPr>
        <p:spPr>
          <a:xfrm>
            <a:off x="2297723" y="284402"/>
            <a:ext cx="7596554" cy="461665"/>
          </a:xfrm>
          <a:prstGeom prst="rect">
            <a:avLst/>
          </a:prstGeom>
          <a:noFill/>
        </p:spPr>
        <p:txBody>
          <a:bodyPr wrap="square" rtlCol="0">
            <a:spAutoFit/>
          </a:bodyPr>
          <a:lstStyle/>
          <a:p>
            <a:pPr algn="ctr"/>
            <a:r>
              <a:rPr lang="en-GB" sz="2400" dirty="0"/>
              <a:t>The Evaluation Flywheel</a:t>
            </a:r>
          </a:p>
        </p:txBody>
      </p:sp>
      <p:sp>
        <p:nvSpPr>
          <p:cNvPr id="4" name="Rectangle 3">
            <a:extLst>
              <a:ext uri="{FF2B5EF4-FFF2-40B4-BE49-F238E27FC236}">
                <a16:creationId xmlns:a16="http://schemas.microsoft.com/office/drawing/2014/main" id="{159A0067-33FE-E9C1-4E57-F6EB42C50FDF}"/>
              </a:ext>
            </a:extLst>
          </p:cNvPr>
          <p:cNvSpPr/>
          <p:nvPr/>
        </p:nvSpPr>
        <p:spPr>
          <a:xfrm>
            <a:off x="4761186" y="1707932"/>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DEPLOY</a:t>
            </a:r>
          </a:p>
        </p:txBody>
      </p:sp>
      <p:sp>
        <p:nvSpPr>
          <p:cNvPr id="5" name="Rectangle 4">
            <a:extLst>
              <a:ext uri="{FF2B5EF4-FFF2-40B4-BE49-F238E27FC236}">
                <a16:creationId xmlns:a16="http://schemas.microsoft.com/office/drawing/2014/main" id="{3AACA189-1F73-7745-AA79-5D25F5F842EF}"/>
              </a:ext>
            </a:extLst>
          </p:cNvPr>
          <p:cNvSpPr/>
          <p:nvPr/>
        </p:nvSpPr>
        <p:spPr>
          <a:xfrm>
            <a:off x="4761186" y="4926249"/>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EVALUATE</a:t>
            </a:r>
          </a:p>
        </p:txBody>
      </p:sp>
      <p:sp>
        <p:nvSpPr>
          <p:cNvPr id="6" name="Rectangle 5">
            <a:extLst>
              <a:ext uri="{FF2B5EF4-FFF2-40B4-BE49-F238E27FC236}">
                <a16:creationId xmlns:a16="http://schemas.microsoft.com/office/drawing/2014/main" id="{5EF66F47-A883-7432-FDAF-60109A069BE3}"/>
              </a:ext>
            </a:extLst>
          </p:cNvPr>
          <p:cNvSpPr/>
          <p:nvPr/>
        </p:nvSpPr>
        <p:spPr>
          <a:xfrm>
            <a:off x="7613421" y="3142594"/>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MONITOR</a:t>
            </a:r>
          </a:p>
        </p:txBody>
      </p:sp>
      <p:sp>
        <p:nvSpPr>
          <p:cNvPr id="8" name="Rectangle 7">
            <a:extLst>
              <a:ext uri="{FF2B5EF4-FFF2-40B4-BE49-F238E27FC236}">
                <a16:creationId xmlns:a16="http://schemas.microsoft.com/office/drawing/2014/main" id="{1DCCFECB-51C6-F7D6-1119-616E76FB30A5}"/>
              </a:ext>
            </a:extLst>
          </p:cNvPr>
          <p:cNvSpPr/>
          <p:nvPr/>
        </p:nvSpPr>
        <p:spPr>
          <a:xfrm>
            <a:off x="2128345" y="3142594"/>
            <a:ext cx="2112579" cy="1219200"/>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rPr>
              <a:t>IMPROVE</a:t>
            </a:r>
          </a:p>
        </p:txBody>
      </p:sp>
      <p:cxnSp>
        <p:nvCxnSpPr>
          <p:cNvPr id="12" name="Connector: Elbow 11">
            <a:extLst>
              <a:ext uri="{FF2B5EF4-FFF2-40B4-BE49-F238E27FC236}">
                <a16:creationId xmlns:a16="http://schemas.microsoft.com/office/drawing/2014/main" id="{C3829FE8-CC9A-BABD-F422-51E0AD7FD33E}"/>
              </a:ext>
            </a:extLst>
          </p:cNvPr>
          <p:cNvCxnSpPr>
            <a:stCxn id="4" idx="3"/>
            <a:endCxn id="6" idx="0"/>
          </p:cNvCxnSpPr>
          <p:nvPr/>
        </p:nvCxnSpPr>
        <p:spPr>
          <a:xfrm>
            <a:off x="6873765" y="2317532"/>
            <a:ext cx="1795946" cy="82506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4" name="Connector: Elbow 13">
            <a:extLst>
              <a:ext uri="{FF2B5EF4-FFF2-40B4-BE49-F238E27FC236}">
                <a16:creationId xmlns:a16="http://schemas.microsoft.com/office/drawing/2014/main" id="{96B215CA-AE3E-40D3-4123-BF0EAB719ACF}"/>
              </a:ext>
            </a:extLst>
          </p:cNvPr>
          <p:cNvCxnSpPr>
            <a:stCxn id="6" idx="2"/>
            <a:endCxn id="5" idx="3"/>
          </p:cNvCxnSpPr>
          <p:nvPr/>
        </p:nvCxnSpPr>
        <p:spPr>
          <a:xfrm rot="5400000">
            <a:off x="7184711" y="4050848"/>
            <a:ext cx="1174055" cy="1795946"/>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3133B368-7D90-5C31-2553-BC80828B3F51}"/>
              </a:ext>
            </a:extLst>
          </p:cNvPr>
          <p:cNvCxnSpPr>
            <a:stCxn id="5" idx="1"/>
            <a:endCxn id="8" idx="2"/>
          </p:cNvCxnSpPr>
          <p:nvPr/>
        </p:nvCxnSpPr>
        <p:spPr>
          <a:xfrm rot="10800000">
            <a:off x="3184636" y="4361795"/>
            <a:ext cx="1576551" cy="117405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BC448905-279F-F9F0-5D28-50EA971FA107}"/>
              </a:ext>
            </a:extLst>
          </p:cNvPr>
          <p:cNvCxnSpPr>
            <a:stCxn id="8" idx="0"/>
            <a:endCxn id="4" idx="1"/>
          </p:cNvCxnSpPr>
          <p:nvPr/>
        </p:nvCxnSpPr>
        <p:spPr>
          <a:xfrm rot="5400000" flipH="1" flipV="1">
            <a:off x="3560379" y="1941788"/>
            <a:ext cx="825062" cy="157655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6A610824-EC61-2DFB-4B54-C08FA53F92A6}"/>
              </a:ext>
            </a:extLst>
          </p:cNvPr>
          <p:cNvSpPr txBox="1"/>
          <p:nvPr/>
        </p:nvSpPr>
        <p:spPr>
          <a:xfrm>
            <a:off x="3048000" y="914044"/>
            <a:ext cx="6096000" cy="290913"/>
          </a:xfrm>
          <a:prstGeom prst="rect">
            <a:avLst/>
          </a:prstGeom>
          <a:noFill/>
        </p:spPr>
        <p:txBody>
          <a:bodyPr wrap="square">
            <a:spAutoFit/>
          </a:bodyPr>
          <a:lstStyle/>
          <a:p>
            <a:pPr algn="ctr">
              <a:lnSpc>
                <a:spcPts val="1425"/>
              </a:lnSpc>
              <a:buNone/>
            </a:pPr>
            <a:r>
              <a:rPr lang="en-IN" b="0" dirty="0">
                <a:solidFill>
                  <a:srgbClr val="333333"/>
                </a:solidFill>
                <a:effectLst/>
                <a:latin typeface="+mj-lt"/>
              </a:rPr>
              <a:t>Continuous Improvement Through Evaluation</a:t>
            </a:r>
          </a:p>
        </p:txBody>
      </p:sp>
    </p:spTree>
    <p:extLst>
      <p:ext uri="{BB962C8B-B14F-4D97-AF65-F5344CB8AC3E}">
        <p14:creationId xmlns:p14="http://schemas.microsoft.com/office/powerpoint/2010/main" val="279133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2FD3-A42A-2ECF-FFA4-9E5C836427F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9FC4091-B519-53E4-6FBF-3418F7377542}"/>
              </a:ext>
            </a:extLst>
          </p:cNvPr>
          <p:cNvPicPr>
            <a:picLocks noChangeAspect="1"/>
          </p:cNvPicPr>
          <p:nvPr/>
        </p:nvPicPr>
        <p:blipFill>
          <a:blip r:embed="rId2"/>
          <a:srcRect l="51491" t="38970" r="2738" b="3789"/>
          <a:stretch>
            <a:fillRect/>
          </a:stretch>
        </p:blipFill>
        <p:spPr>
          <a:xfrm>
            <a:off x="6900462" y="1716504"/>
            <a:ext cx="4906979" cy="3424992"/>
          </a:xfrm>
          <a:prstGeom prst="rect">
            <a:avLst/>
          </a:prstGeom>
        </p:spPr>
      </p:pic>
      <p:sp>
        <p:nvSpPr>
          <p:cNvPr id="3" name="TextBox 2">
            <a:extLst>
              <a:ext uri="{FF2B5EF4-FFF2-40B4-BE49-F238E27FC236}">
                <a16:creationId xmlns:a16="http://schemas.microsoft.com/office/drawing/2014/main" id="{8AF894D4-62E6-7687-3BB1-11CAB610DFA2}"/>
              </a:ext>
            </a:extLst>
          </p:cNvPr>
          <p:cNvSpPr txBox="1"/>
          <p:nvPr/>
        </p:nvSpPr>
        <p:spPr>
          <a:xfrm>
            <a:off x="2297723" y="284402"/>
            <a:ext cx="7596554" cy="461665"/>
          </a:xfrm>
          <a:prstGeom prst="rect">
            <a:avLst/>
          </a:prstGeom>
          <a:noFill/>
        </p:spPr>
        <p:txBody>
          <a:bodyPr wrap="square" rtlCol="0">
            <a:spAutoFit/>
          </a:bodyPr>
          <a:lstStyle/>
          <a:p>
            <a:pPr algn="ctr"/>
            <a:r>
              <a:rPr lang="en-GB" sz="2400" dirty="0"/>
              <a:t>Evaluation Recommendations</a:t>
            </a:r>
          </a:p>
        </p:txBody>
      </p:sp>
      <p:sp>
        <p:nvSpPr>
          <p:cNvPr id="2" name="Rectangle: Rounded Corners 1">
            <a:extLst>
              <a:ext uri="{FF2B5EF4-FFF2-40B4-BE49-F238E27FC236}">
                <a16:creationId xmlns:a16="http://schemas.microsoft.com/office/drawing/2014/main" id="{6EBB5B98-FF88-E4D4-AFEE-D45D2EC54C46}"/>
              </a:ext>
            </a:extLst>
          </p:cNvPr>
          <p:cNvSpPr/>
          <p:nvPr/>
        </p:nvSpPr>
        <p:spPr>
          <a:xfrm>
            <a:off x="584029" y="1362380"/>
            <a:ext cx="5958285" cy="4530884"/>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1200"/>
              </a:spcBef>
              <a:spcAft>
                <a:spcPts val="600"/>
              </a:spcAft>
              <a:buClr>
                <a:srgbClr val="EE2C3C"/>
              </a:buClr>
              <a:defRPr/>
            </a:pPr>
            <a:r>
              <a:rPr lang="en-US" sz="1600" dirty="0">
                <a:solidFill>
                  <a:schemeClr val="tx1"/>
                </a:solidFill>
                <a:latin typeface="+mj-lt"/>
              </a:rPr>
              <a:t>Implement A “Defense In Depth” Strategy</a:t>
            </a:r>
            <a:br>
              <a:rPr lang="en-US" sz="1600" dirty="0">
                <a:solidFill>
                  <a:schemeClr val="tx1"/>
                </a:solidFill>
                <a:latin typeface="+mj-lt"/>
              </a:rPr>
            </a:br>
            <a:endParaRPr lang="en-US" sz="1600" dirty="0">
              <a:solidFill>
                <a:schemeClr val="tx1"/>
              </a:solidFill>
              <a:latin typeface="+mj-lt"/>
            </a:endParaRPr>
          </a:p>
          <a:p>
            <a:pPr marL="342900" indent="-342900">
              <a:spcBef>
                <a:spcPts val="1200"/>
              </a:spcBef>
              <a:spcAft>
                <a:spcPts val="600"/>
              </a:spcAft>
              <a:buClr>
                <a:srgbClr val="EE2C3C"/>
              </a:buClr>
              <a:buFont typeface="Wingdings" panose="05000000000000000000" pitchFamily="2" charset="2"/>
              <a:buChar char=""/>
              <a:defRPr/>
            </a:pPr>
            <a:r>
              <a:rPr lang="en-US" sz="1600" dirty="0">
                <a:solidFill>
                  <a:schemeClr val="tx1"/>
                </a:solidFill>
                <a:latin typeface="+mj-lt"/>
              </a:rPr>
              <a:t>Layer 1: </a:t>
            </a:r>
            <a:r>
              <a:rPr lang="en-US" sz="1600" b="1" dirty="0">
                <a:solidFill>
                  <a:schemeClr val="tx1"/>
                </a:solidFill>
                <a:latin typeface="+mj-lt"/>
              </a:rPr>
              <a:t>Automated Filters</a:t>
            </a:r>
          </a:p>
          <a:p>
            <a:pPr marL="800100" lvl="1" indent="-342900">
              <a:spcBef>
                <a:spcPts val="1200"/>
              </a:spcBef>
              <a:spcAft>
                <a:spcPts val="600"/>
              </a:spcAft>
              <a:buClr>
                <a:srgbClr val="EE2C3C"/>
              </a:buClr>
              <a:buFont typeface="Wingdings" panose="05000000000000000000" pitchFamily="2" charset="2"/>
              <a:buChar char="l"/>
              <a:defRPr/>
            </a:pPr>
            <a:r>
              <a:rPr lang="en-US" sz="1600" dirty="0">
                <a:solidFill>
                  <a:schemeClr val="tx1"/>
                </a:solidFill>
                <a:latin typeface="+mj-lt"/>
              </a:rPr>
              <a:t>Provide the first line of defense by catching obvious issues and violations</a:t>
            </a:r>
          </a:p>
          <a:p>
            <a:pPr marL="342900" indent="-342900">
              <a:spcBef>
                <a:spcPts val="1200"/>
              </a:spcBef>
              <a:spcAft>
                <a:spcPts val="600"/>
              </a:spcAft>
              <a:buClr>
                <a:srgbClr val="EE2C3C"/>
              </a:buClr>
              <a:buFont typeface="Wingdings" panose="05000000000000000000" pitchFamily="2" charset="2"/>
              <a:buChar char=""/>
              <a:defRPr/>
            </a:pPr>
            <a:r>
              <a:rPr lang="en-US" sz="1600" dirty="0">
                <a:solidFill>
                  <a:schemeClr val="tx1"/>
                </a:solidFill>
                <a:latin typeface="+mj-lt"/>
              </a:rPr>
              <a:t>Layers 2 &amp; 3: </a:t>
            </a:r>
            <a:r>
              <a:rPr lang="en-US" sz="1600" b="1" dirty="0">
                <a:solidFill>
                  <a:schemeClr val="tx1"/>
                </a:solidFill>
                <a:latin typeface="+mj-lt"/>
              </a:rPr>
              <a:t>Model Confidence &amp; Human Sampling</a:t>
            </a:r>
          </a:p>
          <a:p>
            <a:pPr marL="800100" lvl="1" indent="-342900">
              <a:spcBef>
                <a:spcPts val="1200"/>
              </a:spcBef>
              <a:spcAft>
                <a:spcPts val="600"/>
              </a:spcAft>
              <a:buClr>
                <a:srgbClr val="EE2C3C"/>
              </a:buClr>
              <a:buFont typeface="Wingdings" panose="05000000000000000000" pitchFamily="2" charset="2"/>
              <a:buChar char="l"/>
              <a:defRPr/>
            </a:pPr>
            <a:r>
              <a:rPr lang="en-US" sz="1600" dirty="0">
                <a:solidFill>
                  <a:schemeClr val="tx1"/>
                </a:solidFill>
                <a:latin typeface="+mj-lt"/>
              </a:rPr>
              <a:t>Flag uncertain outputs and use human QA to catch subtle, nuanced problems</a:t>
            </a:r>
          </a:p>
          <a:p>
            <a:pPr marL="342900" indent="-342900">
              <a:spcBef>
                <a:spcPts val="1200"/>
              </a:spcBef>
              <a:spcAft>
                <a:spcPts val="600"/>
              </a:spcAft>
              <a:buClr>
                <a:srgbClr val="EE2C3C"/>
              </a:buClr>
              <a:buFont typeface="Wingdings" panose="05000000000000000000" pitchFamily="2" charset="2"/>
              <a:buChar char=""/>
              <a:defRPr/>
            </a:pPr>
            <a:r>
              <a:rPr lang="en-US" sz="1600" dirty="0">
                <a:solidFill>
                  <a:schemeClr val="tx1"/>
                </a:solidFill>
                <a:latin typeface="+mj-lt"/>
              </a:rPr>
              <a:t>Layers 4 &amp; 5: </a:t>
            </a:r>
            <a:r>
              <a:rPr lang="en-US" sz="1600" b="1" dirty="0">
                <a:solidFill>
                  <a:schemeClr val="tx1"/>
                </a:solidFill>
                <a:latin typeface="+mj-lt"/>
              </a:rPr>
              <a:t>User Feedback &amp; Continuous Monitoring</a:t>
            </a:r>
          </a:p>
          <a:p>
            <a:pPr marL="800100" lvl="1" indent="-342900">
              <a:spcBef>
                <a:spcPts val="1200"/>
              </a:spcBef>
              <a:spcAft>
                <a:spcPts val="600"/>
              </a:spcAft>
              <a:buClr>
                <a:srgbClr val="EE2C3C"/>
              </a:buClr>
              <a:buFont typeface="Wingdings" panose="05000000000000000000" pitchFamily="2" charset="2"/>
              <a:buChar char="l"/>
              <a:defRPr/>
            </a:pPr>
            <a:r>
              <a:rPr lang="en-US" sz="1600" dirty="0">
                <a:solidFill>
                  <a:schemeClr val="tx1"/>
                </a:solidFill>
                <a:latin typeface="+mj-lt"/>
              </a:rPr>
              <a:t>Use real-world signals and ongoing monitoring to detect performance drift over time</a:t>
            </a:r>
          </a:p>
        </p:txBody>
      </p:sp>
    </p:spTree>
    <p:extLst>
      <p:ext uri="{BB962C8B-B14F-4D97-AF65-F5344CB8AC3E}">
        <p14:creationId xmlns:p14="http://schemas.microsoft.com/office/powerpoint/2010/main" val="2906732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7E9354B96BDE44AAE8170B5E9891DE4" ma:contentTypeVersion="15" ma:contentTypeDescription="Create a new document." ma:contentTypeScope="" ma:versionID="fec924ab56e74c541cbccc47d8cb9dea">
  <xsd:schema xmlns:xsd="http://www.w3.org/2001/XMLSchema" xmlns:xs="http://www.w3.org/2001/XMLSchema" xmlns:p="http://schemas.microsoft.com/office/2006/metadata/properties" xmlns:ns2="8441f309-f9dd-4fb7-b425-6362240bffd0" xmlns:ns3="256fc640-e0d3-4095-9316-7e6d23c1c238" targetNamespace="http://schemas.microsoft.com/office/2006/metadata/properties" ma:root="true" ma:fieldsID="b26250b5f13492356dfa46ea11820f80" ns2:_="" ns3:_="">
    <xsd:import namespace="8441f309-f9dd-4fb7-b425-6362240bffd0"/>
    <xsd:import namespace="256fc640-e0d3-4095-9316-7e6d23c1c2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1f309-f9dd-4fb7-b425-6362240bff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deba053-6a4e-4e58-aa7e-5a8bfe396c8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6fc640-e0d3-4095-9316-7e6d23c1c23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1be3215-3a61-4710-9088-a19993c263bc}" ma:internalName="TaxCatchAll" ma:showField="CatchAllData" ma:web="256fc640-e0d3-4095-9316-7e6d23c1c23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441f309-f9dd-4fb7-b425-6362240bffd0">
      <Terms xmlns="http://schemas.microsoft.com/office/infopath/2007/PartnerControls"/>
    </lcf76f155ced4ddcb4097134ff3c332f>
    <TaxCatchAll xmlns="256fc640-e0d3-4095-9316-7e6d23c1c238" xsi:nil="true"/>
    <_Flow_SignoffStatus xmlns="8441f309-f9dd-4fb7-b425-6362240bffd0" xsi:nil="true"/>
  </documentManagement>
</p:properties>
</file>

<file path=customXml/itemProps1.xml><?xml version="1.0" encoding="utf-8"?>
<ds:datastoreItem xmlns:ds="http://schemas.openxmlformats.org/officeDocument/2006/customXml" ds:itemID="{E58C23EC-7AE4-40F4-A34C-53E520F5A85B}">
  <ds:schemaRefs>
    <ds:schemaRef ds:uri="http://schemas.microsoft.com/sharepoint/v3/contenttype/forms"/>
  </ds:schemaRefs>
</ds:datastoreItem>
</file>

<file path=customXml/itemProps2.xml><?xml version="1.0" encoding="utf-8"?>
<ds:datastoreItem xmlns:ds="http://schemas.openxmlformats.org/officeDocument/2006/customXml" ds:itemID="{0783C3BD-C495-4BA3-8F40-7E247BDF76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41f309-f9dd-4fb7-b425-6362240bffd0"/>
    <ds:schemaRef ds:uri="256fc640-e0d3-4095-9316-7e6d23c1c2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8A2D96-8E76-4880-BB8C-7C92425632F9}">
  <ds:schemaRefs>
    <ds:schemaRef ds:uri="256fc640-e0d3-4095-9316-7e6d23c1c238"/>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www.w3.org/XML/1998/namespace"/>
    <ds:schemaRef ds:uri="http://schemas.microsoft.com/office/infopath/2007/PartnerControls"/>
    <ds:schemaRef ds:uri="8441f309-f9dd-4fb7-b425-6362240bffd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304</TotalTime>
  <Words>1573</Words>
  <Application>Microsoft Office PowerPoint</Application>
  <PresentationFormat>Widescreen</PresentationFormat>
  <Paragraphs>357</Paragraphs>
  <Slides>30</Slides>
  <Notes>20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0" baseType="lpstr">
      <vt:lpstr>Aptos</vt:lpstr>
      <vt:lpstr>Arial</vt:lpstr>
      <vt:lpstr>Calibri</vt:lpstr>
      <vt:lpstr>Cambria Math</vt:lpstr>
      <vt:lpstr>Consolas</vt:lpstr>
      <vt:lpstr>Courier New</vt:lpstr>
      <vt:lpstr>Lato</vt:lpstr>
      <vt:lpstr>Wingdings</vt:lpstr>
      <vt:lpstr>Office Theme</vt:lpstr>
      <vt:lpstr>TCLayout.ActiveDocument.1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Bhattacharya</dc:creator>
  <cp:lastModifiedBy>Mansi Kunjam</cp:lastModifiedBy>
  <cp:revision>229</cp:revision>
  <dcterms:created xsi:type="dcterms:W3CDTF">2025-11-26T16:42:06Z</dcterms:created>
  <dcterms:modified xsi:type="dcterms:W3CDTF">2026-01-23T08:54:38Z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0x010100C7E9354B96BDE44AAE8170B5E9891DE4</vt:lpwstr>
  </property>
  <property fmtid="{D5CDD505-2E9C-101B-9397-08002B2CF9AE}" pid="3" name="Order">
    <vt:r8>1685200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MediaServiceImageTags">
    <vt:lpwstr/>
  </property>
  <property fmtid="{D5CDD505-2E9C-101B-9397-08002B2CF9AE}" pid="8" name="_SharedFileIndex">
    <vt:lpwstr/>
  </property>
  <property fmtid="{D5CDD505-2E9C-101B-9397-08002B2CF9AE}" pid="9" name="_SourceUrl">
    <vt:lpwstr/>
  </property>
</Properties>
</file>