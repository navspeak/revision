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311" r:id="rId5"/>
    <p:sldId id="319" r:id="rId6"/>
    <p:sldId id="323" r:id="rId7"/>
    <p:sldId id="344" r:id="rId8"/>
    <p:sldId id="326" r:id="rId9"/>
    <p:sldId id="324" r:id="rId10"/>
    <p:sldId id="327" r:id="rId11"/>
    <p:sldId id="345" r:id="rId12"/>
    <p:sldId id="329" r:id="rId13"/>
    <p:sldId id="330" r:id="rId14"/>
    <p:sldId id="320" r:id="rId15"/>
    <p:sldId id="331" r:id="rId16"/>
    <p:sldId id="332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21" r:id="rId26"/>
    <p:sldId id="335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38" r:id="rId36"/>
    <p:sldId id="322" r:id="rId37"/>
    <p:sldId id="363" r:id="rId38"/>
    <p:sldId id="365" r:id="rId39"/>
    <p:sldId id="366" r:id="rId40"/>
    <p:sldId id="367" r:id="rId41"/>
    <p:sldId id="369" r:id="rId42"/>
    <p:sldId id="370" r:id="rId43"/>
    <p:sldId id="368" r:id="rId44"/>
    <p:sldId id="36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FA1"/>
    <a:srgbClr val="F5210B"/>
    <a:srgbClr val="FF0000"/>
    <a:srgbClr val="F8F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1B471D-6D97-408E-875A-2171D0AE74CF}" v="675" dt="2026-01-21T08:25:49.960"/>
    <p1510:client id="{44FF2E81-0140-43FF-97C4-3996EBD6972A}" v="3676" dt="2026-01-21T13:23:01.875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7530" autoAdjust="0"/>
  </p:normalViewPr>
  <p:slideViewPr>
    <p:cSldViewPr snapToGrid="0">
      <p:cViewPr varScale="1">
        <p:scale>
          <a:sx n="97" d="100"/>
          <a:sy n="97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Kunjam" userId="a81a3b44-78ee-415d-8e61-b6c92f5974c8" providerId="ADAL" clId="{94EC9727-773F-4081-A467-B510B60F2121}"/>
    <pc:docChg chg="undo custSel addSld delSld modSld">
      <pc:chgData name="Mansi Kunjam" userId="a81a3b44-78ee-415d-8e61-b6c92f5974c8" providerId="ADAL" clId="{94EC9727-773F-4081-A467-B510B60F2121}" dt="2026-01-21T13:59:04.540" v="10870" actId="14100"/>
      <pc:docMkLst>
        <pc:docMk/>
      </pc:docMkLst>
      <pc:sldChg chg="modSp mod">
        <pc:chgData name="Mansi Kunjam" userId="a81a3b44-78ee-415d-8e61-b6c92f5974c8" providerId="ADAL" clId="{94EC9727-773F-4081-A467-B510B60F2121}" dt="2026-01-21T13:00:33.889" v="10454" actId="20577"/>
        <pc:sldMkLst>
          <pc:docMk/>
          <pc:sldMk cId="1973384033" sldId="311"/>
        </pc:sldMkLst>
        <pc:spChg chg="mod">
          <ac:chgData name="Mansi Kunjam" userId="a81a3b44-78ee-415d-8e61-b6c92f5974c8" providerId="ADAL" clId="{94EC9727-773F-4081-A467-B510B60F2121}" dt="2026-01-21T13:00:33.889" v="10454" actId="20577"/>
          <ac:spMkLst>
            <pc:docMk/>
            <pc:sldMk cId="1973384033" sldId="311"/>
            <ac:spMk id="1946" creationId="{7184D15D-C550-D6B1-FDD2-6774BD5E795F}"/>
          </ac:spMkLst>
        </pc:spChg>
      </pc:sldChg>
      <pc:sldChg chg="delSp modSp del mod">
        <pc:chgData name="Mansi Kunjam" userId="a81a3b44-78ee-415d-8e61-b6c92f5974c8" providerId="ADAL" clId="{94EC9727-773F-4081-A467-B510B60F2121}" dt="2026-01-21T13:01:29.969" v="10461" actId="47"/>
        <pc:sldMkLst>
          <pc:docMk/>
          <pc:sldMk cId="1217546691" sldId="318"/>
        </pc:sldMkLst>
        <pc:spChg chg="del">
          <ac:chgData name="Mansi Kunjam" userId="a81a3b44-78ee-415d-8e61-b6c92f5974c8" providerId="ADAL" clId="{94EC9727-773F-4081-A467-B510B60F2121}" dt="2026-01-21T13:01:05.117" v="10457" actId="478"/>
          <ac:spMkLst>
            <pc:docMk/>
            <pc:sldMk cId="1217546691" sldId="318"/>
            <ac:spMk id="2" creationId="{A34A59D4-C8F4-CA94-E50A-A5779F4EE6ED}"/>
          </ac:spMkLst>
        </pc:spChg>
        <pc:spChg chg="mod">
          <ac:chgData name="Mansi Kunjam" userId="a81a3b44-78ee-415d-8e61-b6c92f5974c8" providerId="ADAL" clId="{94EC9727-773F-4081-A467-B510B60F2121}" dt="2026-01-21T13:01:11.228" v="10459" actId="1076"/>
          <ac:spMkLst>
            <pc:docMk/>
            <pc:sldMk cId="1217546691" sldId="318"/>
            <ac:spMk id="3" creationId="{F36556F3-1453-313F-79E6-86DE78A0089F}"/>
          </ac:spMkLst>
        </pc:spChg>
        <pc:spChg chg="mod">
          <ac:chgData name="Mansi Kunjam" userId="a81a3b44-78ee-415d-8e61-b6c92f5974c8" providerId="ADAL" clId="{94EC9727-773F-4081-A467-B510B60F2121}" dt="2026-01-21T13:01:13.683" v="10460" actId="1076"/>
          <ac:spMkLst>
            <pc:docMk/>
            <pc:sldMk cId="1217546691" sldId="318"/>
            <ac:spMk id="2002" creationId="{ECB0803D-168D-A460-0A3D-254234A864DF}"/>
          </ac:spMkLst>
        </pc:spChg>
        <pc:spChg chg="mod">
          <ac:chgData name="Mansi Kunjam" userId="a81a3b44-78ee-415d-8e61-b6c92f5974c8" providerId="ADAL" clId="{94EC9727-773F-4081-A467-B510B60F2121}" dt="2026-01-21T13:01:11.228" v="10459" actId="1076"/>
          <ac:spMkLst>
            <pc:docMk/>
            <pc:sldMk cId="1217546691" sldId="318"/>
            <ac:spMk id="2003" creationId="{6132FE91-255E-C5EF-A1AB-440C9F42C155}"/>
          </ac:spMkLst>
        </pc:spChg>
        <pc:spChg chg="mod">
          <ac:chgData name="Mansi Kunjam" userId="a81a3b44-78ee-415d-8e61-b6c92f5974c8" providerId="ADAL" clId="{94EC9727-773F-4081-A467-B510B60F2121}" dt="2026-01-21T13:01:11.228" v="10459" actId="1076"/>
          <ac:spMkLst>
            <pc:docMk/>
            <pc:sldMk cId="1217546691" sldId="318"/>
            <ac:spMk id="2004" creationId="{130C002C-F86F-8E13-F99A-D9CC98E4D38C}"/>
          </ac:spMkLst>
        </pc:spChg>
        <pc:spChg chg="mod">
          <ac:chgData name="Mansi Kunjam" userId="a81a3b44-78ee-415d-8e61-b6c92f5974c8" providerId="ADAL" clId="{94EC9727-773F-4081-A467-B510B60F2121}" dt="2026-01-21T13:01:11.228" v="10459" actId="1076"/>
          <ac:spMkLst>
            <pc:docMk/>
            <pc:sldMk cId="1217546691" sldId="318"/>
            <ac:spMk id="2005" creationId="{EC7ADF11-050C-9430-401C-0B620740642E}"/>
          </ac:spMkLst>
        </pc:spChg>
        <pc:grpChg chg="del">
          <ac:chgData name="Mansi Kunjam" userId="a81a3b44-78ee-415d-8e61-b6c92f5974c8" providerId="ADAL" clId="{94EC9727-773F-4081-A467-B510B60F2121}" dt="2026-01-21T13:01:06.735" v="10458" actId="478"/>
          <ac:grpSpMkLst>
            <pc:docMk/>
            <pc:sldMk cId="1217546691" sldId="318"/>
            <ac:grpSpMk id="1999" creationId="{FB06BD16-E4AD-74EA-0291-2E31053FB052}"/>
          </ac:grpSpMkLst>
        </pc:grpChg>
      </pc:sldChg>
      <pc:sldChg chg="modSp mod">
        <pc:chgData name="Mansi Kunjam" userId="a81a3b44-78ee-415d-8e61-b6c92f5974c8" providerId="ADAL" clId="{94EC9727-773F-4081-A467-B510B60F2121}" dt="2026-01-21T13:02:23.122" v="10469" actId="20577"/>
        <pc:sldMkLst>
          <pc:docMk/>
          <pc:sldMk cId="1431872462" sldId="323"/>
        </pc:sldMkLst>
        <pc:spChg chg="mod">
          <ac:chgData name="Mansi Kunjam" userId="a81a3b44-78ee-415d-8e61-b6c92f5974c8" providerId="ADAL" clId="{94EC9727-773F-4081-A467-B510B60F2121}" dt="2026-01-21T13:02:23.122" v="10469" actId="20577"/>
          <ac:spMkLst>
            <pc:docMk/>
            <pc:sldMk cId="1431872462" sldId="323"/>
            <ac:spMk id="2" creationId="{CE77B01D-7F29-8BB9-5633-A855B6240B40}"/>
          </ac:spMkLst>
        </pc:spChg>
      </pc:sldChg>
      <pc:sldChg chg="modSp mod">
        <pc:chgData name="Mansi Kunjam" userId="a81a3b44-78ee-415d-8e61-b6c92f5974c8" providerId="ADAL" clId="{94EC9727-773F-4081-A467-B510B60F2121}" dt="2026-01-21T13:29:49.250" v="10691" actId="1036"/>
        <pc:sldMkLst>
          <pc:docMk/>
          <pc:sldMk cId="89365507" sldId="324"/>
        </pc:sldMkLst>
        <pc:spChg chg="mod">
          <ac:chgData name="Mansi Kunjam" userId="a81a3b44-78ee-415d-8e61-b6c92f5974c8" providerId="ADAL" clId="{94EC9727-773F-4081-A467-B510B60F2121}" dt="2026-01-21T13:03:41.576" v="10479" actId="207"/>
          <ac:spMkLst>
            <pc:docMk/>
            <pc:sldMk cId="89365507" sldId="324"/>
            <ac:spMk id="13" creationId="{11B073C9-BD83-4CA4-7A23-D3E3A1CB06BC}"/>
          </ac:spMkLst>
        </pc:spChg>
        <pc:spChg chg="mod">
          <ac:chgData name="Mansi Kunjam" userId="a81a3b44-78ee-415d-8e61-b6c92f5974c8" providerId="ADAL" clId="{94EC9727-773F-4081-A467-B510B60F2121}" dt="2026-01-21T13:03:36.705" v="10477" actId="207"/>
          <ac:spMkLst>
            <pc:docMk/>
            <pc:sldMk cId="89365507" sldId="324"/>
            <ac:spMk id="14" creationId="{CAAF12ED-2987-C1C4-1BEB-5C33E32CE873}"/>
          </ac:spMkLst>
        </pc:spChg>
        <pc:spChg chg="mod">
          <ac:chgData name="Mansi Kunjam" userId="a81a3b44-78ee-415d-8e61-b6c92f5974c8" providerId="ADAL" clId="{94EC9727-773F-4081-A467-B510B60F2121}" dt="2026-01-21T13:03:39.222" v="10478" actId="207"/>
          <ac:spMkLst>
            <pc:docMk/>
            <pc:sldMk cId="89365507" sldId="324"/>
            <ac:spMk id="15" creationId="{DABD9F2D-0F39-1F60-442E-26287BB3F7C1}"/>
          </ac:spMkLst>
        </pc:spChg>
        <pc:cxnChg chg="mod">
          <ac:chgData name="Mansi Kunjam" userId="a81a3b44-78ee-415d-8e61-b6c92f5974c8" providerId="ADAL" clId="{94EC9727-773F-4081-A467-B510B60F2121}" dt="2026-01-21T13:29:49.250" v="10691" actId="1036"/>
          <ac:cxnSpMkLst>
            <pc:docMk/>
            <pc:sldMk cId="89365507" sldId="324"/>
            <ac:cxnSpMk id="20" creationId="{46EFBEF1-2976-5427-0F16-33D3887C177C}"/>
          </ac:cxnSpMkLst>
        </pc:cxnChg>
      </pc:sldChg>
      <pc:sldChg chg="modSp mod">
        <pc:chgData name="Mansi Kunjam" userId="a81a3b44-78ee-415d-8e61-b6c92f5974c8" providerId="ADAL" clId="{94EC9727-773F-4081-A467-B510B60F2121}" dt="2026-01-21T13:02:10.167" v="10468" actId="313"/>
        <pc:sldMkLst>
          <pc:docMk/>
          <pc:sldMk cId="313310617" sldId="326"/>
        </pc:sldMkLst>
        <pc:spChg chg="mod">
          <ac:chgData name="Mansi Kunjam" userId="a81a3b44-78ee-415d-8e61-b6c92f5974c8" providerId="ADAL" clId="{94EC9727-773F-4081-A467-B510B60F2121}" dt="2026-01-21T13:02:10.167" v="10468" actId="313"/>
          <ac:spMkLst>
            <pc:docMk/>
            <pc:sldMk cId="313310617" sldId="326"/>
            <ac:spMk id="7" creationId="{DF489089-5983-7222-1D82-F04C528BFCA3}"/>
          </ac:spMkLst>
        </pc:spChg>
      </pc:sldChg>
      <pc:sldChg chg="modSp mod">
        <pc:chgData name="Mansi Kunjam" userId="a81a3b44-78ee-415d-8e61-b6c92f5974c8" providerId="ADAL" clId="{94EC9727-773F-4081-A467-B510B60F2121}" dt="2026-01-21T13:04:21.403" v="10480" actId="20577"/>
        <pc:sldMkLst>
          <pc:docMk/>
          <pc:sldMk cId="834649159" sldId="327"/>
        </pc:sldMkLst>
        <pc:spChg chg="mod">
          <ac:chgData name="Mansi Kunjam" userId="a81a3b44-78ee-415d-8e61-b6c92f5974c8" providerId="ADAL" clId="{94EC9727-773F-4081-A467-B510B60F2121}" dt="2026-01-21T13:04:21.403" v="10480" actId="20577"/>
          <ac:spMkLst>
            <pc:docMk/>
            <pc:sldMk cId="834649159" sldId="327"/>
            <ac:spMk id="4" creationId="{62549F1F-38F8-FB54-A67D-D0F2BF082567}"/>
          </ac:spMkLst>
        </pc:spChg>
      </pc:sldChg>
      <pc:sldChg chg="modSp mod">
        <pc:chgData name="Mansi Kunjam" userId="a81a3b44-78ee-415d-8e61-b6c92f5974c8" providerId="ADAL" clId="{94EC9727-773F-4081-A467-B510B60F2121}" dt="2026-01-21T13:30:49.893" v="10694" actId="255"/>
        <pc:sldMkLst>
          <pc:docMk/>
          <pc:sldMk cId="2538785987" sldId="329"/>
        </pc:sldMkLst>
        <pc:spChg chg="mod">
          <ac:chgData name="Mansi Kunjam" userId="a81a3b44-78ee-415d-8e61-b6c92f5974c8" providerId="ADAL" clId="{94EC9727-773F-4081-A467-B510B60F2121}" dt="2026-01-21T13:05:59.400" v="10489" actId="207"/>
          <ac:spMkLst>
            <pc:docMk/>
            <pc:sldMk cId="2538785987" sldId="329"/>
            <ac:spMk id="12" creationId="{5DA2F7B9-60B4-1A8D-8A3B-829A442C473F}"/>
          </ac:spMkLst>
        </pc:spChg>
        <pc:spChg chg="mod">
          <ac:chgData name="Mansi Kunjam" userId="a81a3b44-78ee-415d-8e61-b6c92f5974c8" providerId="ADAL" clId="{94EC9727-773F-4081-A467-B510B60F2121}" dt="2026-01-21T13:30:43.555" v="10693" actId="255"/>
          <ac:spMkLst>
            <pc:docMk/>
            <pc:sldMk cId="2538785987" sldId="329"/>
            <ac:spMk id="14" creationId="{AC7948E7-A4BD-78D9-4E90-BAEFA528E510}"/>
          </ac:spMkLst>
        </pc:spChg>
        <pc:spChg chg="mod">
          <ac:chgData name="Mansi Kunjam" userId="a81a3b44-78ee-415d-8e61-b6c92f5974c8" providerId="ADAL" clId="{94EC9727-773F-4081-A467-B510B60F2121}" dt="2026-01-21T13:30:49.893" v="10694" actId="255"/>
          <ac:spMkLst>
            <pc:docMk/>
            <pc:sldMk cId="2538785987" sldId="329"/>
            <ac:spMk id="21" creationId="{100F6577-9A60-67D5-FD48-BCD9487A3366}"/>
          </ac:spMkLst>
        </pc:spChg>
        <pc:cxnChg chg="mod">
          <ac:chgData name="Mansi Kunjam" userId="a81a3b44-78ee-415d-8e61-b6c92f5974c8" providerId="ADAL" clId="{94EC9727-773F-4081-A467-B510B60F2121}" dt="2026-01-21T13:30:24.424" v="10692" actId="14100"/>
          <ac:cxnSpMkLst>
            <pc:docMk/>
            <pc:sldMk cId="2538785987" sldId="329"/>
            <ac:cxnSpMk id="17" creationId="{7671C59D-3B5F-CB40-A248-3536DAAB2F51}"/>
          </ac:cxnSpMkLst>
        </pc:cxnChg>
      </pc:sldChg>
      <pc:sldChg chg="modSp mod">
        <pc:chgData name="Mansi Kunjam" userId="a81a3b44-78ee-415d-8e61-b6c92f5974c8" providerId="ADAL" clId="{94EC9727-773F-4081-A467-B510B60F2121}" dt="2026-01-21T13:52:54.075" v="10767" actId="20577"/>
        <pc:sldMkLst>
          <pc:docMk/>
          <pc:sldMk cId="666740374" sldId="330"/>
        </pc:sldMkLst>
        <pc:spChg chg="mod">
          <ac:chgData name="Mansi Kunjam" userId="a81a3b44-78ee-415d-8e61-b6c92f5974c8" providerId="ADAL" clId="{94EC9727-773F-4081-A467-B510B60F2121}" dt="2026-01-21T13:52:49.930" v="10763" actId="20577"/>
          <ac:spMkLst>
            <pc:docMk/>
            <pc:sldMk cId="666740374" sldId="330"/>
            <ac:spMk id="3" creationId="{DEFD5608-6551-DB6C-CDC8-AA92312AF2AB}"/>
          </ac:spMkLst>
        </pc:spChg>
        <pc:graphicFrameChg chg="modGraphic">
          <ac:chgData name="Mansi Kunjam" userId="a81a3b44-78ee-415d-8e61-b6c92f5974c8" providerId="ADAL" clId="{94EC9727-773F-4081-A467-B510B60F2121}" dt="2026-01-21T13:52:54.075" v="10767" actId="20577"/>
          <ac:graphicFrameMkLst>
            <pc:docMk/>
            <pc:sldMk cId="666740374" sldId="330"/>
            <ac:graphicFrameMk id="4" creationId="{90507CE6-A563-9B61-CC40-1B0EC37330AF}"/>
          </ac:graphicFrameMkLst>
        </pc:graphicFrameChg>
      </pc:sldChg>
      <pc:sldChg chg="modSp mod">
        <pc:chgData name="Mansi Kunjam" userId="a81a3b44-78ee-415d-8e61-b6c92f5974c8" providerId="ADAL" clId="{94EC9727-773F-4081-A467-B510B60F2121}" dt="2026-01-21T13:09:01.357" v="10505" actId="14100"/>
        <pc:sldMkLst>
          <pc:docMk/>
          <pc:sldMk cId="2477997722" sldId="331"/>
        </pc:sldMkLst>
        <pc:spChg chg="mod">
          <ac:chgData name="Mansi Kunjam" userId="a81a3b44-78ee-415d-8e61-b6c92f5974c8" providerId="ADAL" clId="{94EC9727-773F-4081-A467-B510B60F2121}" dt="2026-01-21T13:08:43.766" v="10501" actId="255"/>
          <ac:spMkLst>
            <pc:docMk/>
            <pc:sldMk cId="2477997722" sldId="331"/>
            <ac:spMk id="10" creationId="{0685F972-6CBB-FEEB-43C6-FE4C7747553D}"/>
          </ac:spMkLst>
        </pc:spChg>
        <pc:spChg chg="mod">
          <ac:chgData name="Mansi Kunjam" userId="a81a3b44-78ee-415d-8e61-b6c92f5974c8" providerId="ADAL" clId="{94EC9727-773F-4081-A467-B510B60F2121}" dt="2026-01-21T13:08:57.824" v="10504" actId="14100"/>
          <ac:spMkLst>
            <pc:docMk/>
            <pc:sldMk cId="2477997722" sldId="331"/>
            <ac:spMk id="11" creationId="{2FFC2C19-D309-9E28-7526-7F1F137D9194}"/>
          </ac:spMkLst>
        </pc:spChg>
        <pc:spChg chg="mod">
          <ac:chgData name="Mansi Kunjam" userId="a81a3b44-78ee-415d-8e61-b6c92f5974c8" providerId="ADAL" clId="{94EC9727-773F-4081-A467-B510B60F2121}" dt="2026-01-21T13:09:01.357" v="10505" actId="14100"/>
          <ac:spMkLst>
            <pc:docMk/>
            <pc:sldMk cId="2477997722" sldId="331"/>
            <ac:spMk id="12" creationId="{23F0FB20-7CE8-49AA-04C8-3406F0DC5F61}"/>
          </ac:spMkLst>
        </pc:spChg>
        <pc:cxnChg chg="mod">
          <ac:chgData name="Mansi Kunjam" userId="a81a3b44-78ee-415d-8e61-b6c92f5974c8" providerId="ADAL" clId="{94EC9727-773F-4081-A467-B510B60F2121}" dt="2026-01-21T13:08:25.920" v="10498" actId="1037"/>
          <ac:cxnSpMkLst>
            <pc:docMk/>
            <pc:sldMk cId="2477997722" sldId="331"/>
            <ac:cxnSpMk id="31" creationId="{52913973-F28A-CD51-849D-0BDC7074CABC}"/>
          </ac:cxnSpMkLst>
        </pc:cxnChg>
        <pc:cxnChg chg="mod">
          <ac:chgData name="Mansi Kunjam" userId="a81a3b44-78ee-415d-8e61-b6c92f5974c8" providerId="ADAL" clId="{94EC9727-773F-4081-A467-B510B60F2121}" dt="2026-01-21T13:08:31.233" v="10499" actId="1037"/>
          <ac:cxnSpMkLst>
            <pc:docMk/>
            <pc:sldMk cId="2477997722" sldId="331"/>
            <ac:cxnSpMk id="33" creationId="{24D24642-4823-8F3D-DD0F-3564E9D17C6E}"/>
          </ac:cxnSpMkLst>
        </pc:cxnChg>
      </pc:sldChg>
      <pc:sldChg chg="modSp mod">
        <pc:chgData name="Mansi Kunjam" userId="a81a3b44-78ee-415d-8e61-b6c92f5974c8" providerId="ADAL" clId="{94EC9727-773F-4081-A467-B510B60F2121}" dt="2026-01-21T13:09:57.388" v="10509" actId="1076"/>
        <pc:sldMkLst>
          <pc:docMk/>
          <pc:sldMk cId="261764958" sldId="332"/>
        </pc:sldMkLst>
        <pc:spChg chg="mod">
          <ac:chgData name="Mansi Kunjam" userId="a81a3b44-78ee-415d-8e61-b6c92f5974c8" providerId="ADAL" clId="{94EC9727-773F-4081-A467-B510B60F2121}" dt="2026-01-21T13:09:57.388" v="10509" actId="1076"/>
          <ac:spMkLst>
            <pc:docMk/>
            <pc:sldMk cId="261764958" sldId="332"/>
            <ac:spMk id="4" creationId="{B20D1D54-9C7C-A7F3-FDEE-3DA88B9DA49D}"/>
          </ac:spMkLst>
        </pc:spChg>
      </pc:sldChg>
      <pc:sldChg chg="del">
        <pc:chgData name="Mansi Kunjam" userId="a81a3b44-78ee-415d-8e61-b6c92f5974c8" providerId="ADAL" clId="{94EC9727-773F-4081-A467-B510B60F2121}" dt="2026-01-21T13:00:46.682" v="10455" actId="47"/>
        <pc:sldMkLst>
          <pc:docMk/>
          <pc:sldMk cId="161030920" sldId="333"/>
        </pc:sldMkLst>
      </pc:sldChg>
      <pc:sldChg chg="add del">
        <pc:chgData name="Mansi Kunjam" userId="a81a3b44-78ee-415d-8e61-b6c92f5974c8" providerId="ADAL" clId="{94EC9727-773F-4081-A467-B510B60F2121}" dt="2026-01-21T11:20:30.628" v="6007" actId="47"/>
        <pc:sldMkLst>
          <pc:docMk/>
          <pc:sldMk cId="3200612293" sldId="334"/>
        </pc:sldMkLst>
      </pc:sldChg>
      <pc:sldChg chg="addSp delSp modSp mod">
        <pc:chgData name="Mansi Kunjam" userId="a81a3b44-78ee-415d-8e61-b6c92f5974c8" providerId="ADAL" clId="{94EC9727-773F-4081-A467-B510B60F2121}" dt="2026-01-21T13:59:04.540" v="10870" actId="14100"/>
        <pc:sldMkLst>
          <pc:docMk/>
          <pc:sldMk cId="328229261" sldId="335"/>
        </pc:sldMkLst>
        <pc:spChg chg="del mod">
          <ac:chgData name="Mansi Kunjam" userId="a81a3b44-78ee-415d-8e61-b6c92f5974c8" providerId="ADAL" clId="{94EC9727-773F-4081-A467-B510B60F2121}" dt="2026-01-21T10:00:31.541" v="3440" actId="478"/>
          <ac:spMkLst>
            <pc:docMk/>
            <pc:sldMk cId="328229261" sldId="335"/>
            <ac:spMk id="2" creationId="{5E21EB68-031C-DB1A-CBA4-68812811D609}"/>
          </ac:spMkLst>
        </pc:spChg>
        <pc:spChg chg="mod">
          <ac:chgData name="Mansi Kunjam" userId="a81a3b44-78ee-415d-8e61-b6c92f5974c8" providerId="ADAL" clId="{94EC9727-773F-4081-A467-B510B60F2121}" dt="2026-01-21T09:58:33.555" v="3395" actId="1076"/>
          <ac:spMkLst>
            <pc:docMk/>
            <pc:sldMk cId="328229261" sldId="335"/>
            <ac:spMk id="3" creationId="{865BBA51-5902-6F65-9792-5F67171BD3E3}"/>
          </ac:spMkLst>
        </pc:spChg>
        <pc:spChg chg="del mod">
          <ac:chgData name="Mansi Kunjam" userId="a81a3b44-78ee-415d-8e61-b6c92f5974c8" providerId="ADAL" clId="{94EC9727-773F-4081-A467-B510B60F2121}" dt="2026-01-21T10:00:32.448" v="3441" actId="478"/>
          <ac:spMkLst>
            <pc:docMk/>
            <pc:sldMk cId="328229261" sldId="335"/>
            <ac:spMk id="4" creationId="{5F731491-9F4B-52A9-DE2A-68E6DED60948}"/>
          </ac:spMkLst>
        </pc:spChg>
        <pc:spChg chg="del mod">
          <ac:chgData name="Mansi Kunjam" userId="a81a3b44-78ee-415d-8e61-b6c92f5974c8" providerId="ADAL" clId="{94EC9727-773F-4081-A467-B510B60F2121}" dt="2026-01-21T10:00:33.958" v="3442" actId="478"/>
          <ac:spMkLst>
            <pc:docMk/>
            <pc:sldMk cId="328229261" sldId="335"/>
            <ac:spMk id="5" creationId="{F083F80B-0AE9-8E2C-251F-64754B948B5B}"/>
          </ac:spMkLst>
        </pc:spChg>
        <pc:spChg chg="del mod">
          <ac:chgData name="Mansi Kunjam" userId="a81a3b44-78ee-415d-8e61-b6c92f5974c8" providerId="ADAL" clId="{94EC9727-773F-4081-A467-B510B60F2121}" dt="2026-01-21T10:00:34.785" v="3443" actId="478"/>
          <ac:spMkLst>
            <pc:docMk/>
            <pc:sldMk cId="328229261" sldId="335"/>
            <ac:spMk id="6" creationId="{FAFFF942-0F1E-55E6-AFEB-085F31FC5AD0}"/>
          </ac:spMkLst>
        </pc:spChg>
        <pc:spChg chg="del mod">
          <ac:chgData name="Mansi Kunjam" userId="a81a3b44-78ee-415d-8e61-b6c92f5974c8" providerId="ADAL" clId="{94EC9727-773F-4081-A467-B510B60F2121}" dt="2026-01-21T10:00:37.114" v="3444" actId="478"/>
          <ac:spMkLst>
            <pc:docMk/>
            <pc:sldMk cId="328229261" sldId="335"/>
            <ac:spMk id="7" creationId="{6CEE4ABB-3670-2369-A2AC-F3D964C11044}"/>
          </ac:spMkLst>
        </pc:spChg>
        <pc:spChg chg="del mod">
          <ac:chgData name="Mansi Kunjam" userId="a81a3b44-78ee-415d-8e61-b6c92f5974c8" providerId="ADAL" clId="{94EC9727-773F-4081-A467-B510B60F2121}" dt="2026-01-21T10:00:30.096" v="3439" actId="478"/>
          <ac:spMkLst>
            <pc:docMk/>
            <pc:sldMk cId="328229261" sldId="335"/>
            <ac:spMk id="8" creationId="{BDA77530-47BA-2C53-7CC9-00E874567670}"/>
          </ac:spMkLst>
        </pc:spChg>
        <pc:spChg chg="add mod">
          <ac:chgData name="Mansi Kunjam" userId="a81a3b44-78ee-415d-8e61-b6c92f5974c8" providerId="ADAL" clId="{94EC9727-773F-4081-A467-B510B60F2121}" dt="2026-01-21T13:16:16.138" v="10532" actId="114"/>
          <ac:spMkLst>
            <pc:docMk/>
            <pc:sldMk cId="328229261" sldId="335"/>
            <ac:spMk id="9" creationId="{B72C0E5D-FD6B-9119-22EF-D1FAEAA359A6}"/>
          </ac:spMkLst>
        </pc:spChg>
        <pc:spChg chg="add mod">
          <ac:chgData name="Mansi Kunjam" userId="a81a3b44-78ee-415d-8e61-b6c92f5974c8" providerId="ADAL" clId="{94EC9727-773F-4081-A467-B510B60F2121}" dt="2026-01-21T10:02:08.179" v="3480" actId="1076"/>
          <ac:spMkLst>
            <pc:docMk/>
            <pc:sldMk cId="328229261" sldId="335"/>
            <ac:spMk id="11" creationId="{FB02AC37-9161-F1F5-9B31-9AE426A1D0BC}"/>
          </ac:spMkLst>
        </pc:spChg>
        <pc:spChg chg="add mod">
          <ac:chgData name="Mansi Kunjam" userId="a81a3b44-78ee-415d-8e61-b6c92f5974c8" providerId="ADAL" clId="{94EC9727-773F-4081-A467-B510B60F2121}" dt="2026-01-21T10:02:08.179" v="3480" actId="1076"/>
          <ac:spMkLst>
            <pc:docMk/>
            <pc:sldMk cId="328229261" sldId="335"/>
            <ac:spMk id="13" creationId="{17BFC8D3-9508-5036-DF51-546C58DD018D}"/>
          </ac:spMkLst>
        </pc:spChg>
        <pc:spChg chg="add mod">
          <ac:chgData name="Mansi Kunjam" userId="a81a3b44-78ee-415d-8e61-b6c92f5974c8" providerId="ADAL" clId="{94EC9727-773F-4081-A467-B510B60F2121}" dt="2026-01-21T10:02:08.179" v="3480" actId="1076"/>
          <ac:spMkLst>
            <pc:docMk/>
            <pc:sldMk cId="328229261" sldId="335"/>
            <ac:spMk id="15" creationId="{C270BAE3-7060-56BE-D499-EC8B9934A8B0}"/>
          </ac:spMkLst>
        </pc:spChg>
        <pc:spChg chg="add mod">
          <ac:chgData name="Mansi Kunjam" userId="a81a3b44-78ee-415d-8e61-b6c92f5974c8" providerId="ADAL" clId="{94EC9727-773F-4081-A467-B510B60F2121}" dt="2026-01-21T10:02:08.179" v="3480" actId="1076"/>
          <ac:spMkLst>
            <pc:docMk/>
            <pc:sldMk cId="328229261" sldId="335"/>
            <ac:spMk id="17" creationId="{12F62EAE-A8BE-6F6C-AB85-9997F7AF4BC8}"/>
          </ac:spMkLst>
        </pc:spChg>
        <pc:spChg chg="add mod">
          <ac:chgData name="Mansi Kunjam" userId="a81a3b44-78ee-415d-8e61-b6c92f5974c8" providerId="ADAL" clId="{94EC9727-773F-4081-A467-B510B60F2121}" dt="2026-01-21T10:02:08.179" v="3480" actId="1076"/>
          <ac:spMkLst>
            <pc:docMk/>
            <pc:sldMk cId="328229261" sldId="335"/>
            <ac:spMk id="19" creationId="{71B8E0B1-1E45-88E9-E0D3-0D5331033171}"/>
          </ac:spMkLst>
        </pc:spChg>
        <pc:spChg chg="del mod">
          <ac:chgData name="Mansi Kunjam" userId="a81a3b44-78ee-415d-8e61-b6c92f5974c8" providerId="ADAL" clId="{94EC9727-773F-4081-A467-B510B60F2121}" dt="2026-01-21T10:02:48.843" v="3494" actId="478"/>
          <ac:spMkLst>
            <pc:docMk/>
            <pc:sldMk cId="328229261" sldId="335"/>
            <ac:spMk id="22" creationId="{B5C8AD20-1AB8-421F-C6CA-C592457306A5}"/>
          </ac:spMkLst>
        </pc:spChg>
        <pc:spChg chg="add del mod">
          <ac:chgData name="Mansi Kunjam" userId="a81a3b44-78ee-415d-8e61-b6c92f5974c8" providerId="ADAL" clId="{94EC9727-773F-4081-A467-B510B60F2121}" dt="2026-01-21T10:03:11.164" v="3502" actId="478"/>
          <ac:spMkLst>
            <pc:docMk/>
            <pc:sldMk cId="328229261" sldId="335"/>
            <ac:spMk id="23" creationId="{0064879C-CA06-91A9-7BB3-E40E29BDC169}"/>
          </ac:spMkLst>
        </pc:spChg>
        <pc:spChg chg="add mod">
          <ac:chgData name="Mansi Kunjam" userId="a81a3b44-78ee-415d-8e61-b6c92f5974c8" providerId="ADAL" clId="{94EC9727-773F-4081-A467-B510B60F2121}" dt="2026-01-21T13:59:04.540" v="10870" actId="14100"/>
          <ac:spMkLst>
            <pc:docMk/>
            <pc:sldMk cId="328229261" sldId="335"/>
            <ac:spMk id="24" creationId="{BDE4DFD5-AC04-FB71-A439-1B6D58A94AAF}"/>
          </ac:spMkLst>
        </pc:spChg>
        <pc:cxnChg chg="mod">
          <ac:chgData name="Mansi Kunjam" userId="a81a3b44-78ee-415d-8e61-b6c92f5974c8" providerId="ADAL" clId="{94EC9727-773F-4081-A467-B510B60F2121}" dt="2026-01-21T10:02:08.179" v="3480" actId="1076"/>
          <ac:cxnSpMkLst>
            <pc:docMk/>
            <pc:sldMk cId="328229261" sldId="335"/>
            <ac:cxnSpMk id="10" creationId="{DA6E0D1D-9065-9DFE-56E3-8DC680BA3A65}"/>
          </ac:cxnSpMkLst>
        </pc:cxnChg>
        <pc:cxnChg chg="mod">
          <ac:chgData name="Mansi Kunjam" userId="a81a3b44-78ee-415d-8e61-b6c92f5974c8" providerId="ADAL" clId="{94EC9727-773F-4081-A467-B510B60F2121}" dt="2026-01-21T10:02:08.179" v="3480" actId="1076"/>
          <ac:cxnSpMkLst>
            <pc:docMk/>
            <pc:sldMk cId="328229261" sldId="335"/>
            <ac:cxnSpMk id="12" creationId="{778843A0-A31C-844A-B229-1E38BE79FB64}"/>
          </ac:cxnSpMkLst>
        </pc:cxnChg>
        <pc:cxnChg chg="mod">
          <ac:chgData name="Mansi Kunjam" userId="a81a3b44-78ee-415d-8e61-b6c92f5974c8" providerId="ADAL" clId="{94EC9727-773F-4081-A467-B510B60F2121}" dt="2026-01-21T10:02:08.179" v="3480" actId="1076"/>
          <ac:cxnSpMkLst>
            <pc:docMk/>
            <pc:sldMk cId="328229261" sldId="335"/>
            <ac:cxnSpMk id="14" creationId="{C3C388D8-7225-F064-5081-ABEB13D8499A}"/>
          </ac:cxnSpMkLst>
        </pc:cxnChg>
        <pc:cxnChg chg="mod">
          <ac:chgData name="Mansi Kunjam" userId="a81a3b44-78ee-415d-8e61-b6c92f5974c8" providerId="ADAL" clId="{94EC9727-773F-4081-A467-B510B60F2121}" dt="2026-01-21T10:02:08.179" v="3480" actId="1076"/>
          <ac:cxnSpMkLst>
            <pc:docMk/>
            <pc:sldMk cId="328229261" sldId="335"/>
            <ac:cxnSpMk id="16" creationId="{F008CBC9-0891-134F-7399-B99544D11FF3}"/>
          </ac:cxnSpMkLst>
        </pc:cxnChg>
        <pc:cxnChg chg="mod">
          <ac:chgData name="Mansi Kunjam" userId="a81a3b44-78ee-415d-8e61-b6c92f5974c8" providerId="ADAL" clId="{94EC9727-773F-4081-A467-B510B60F2121}" dt="2026-01-21T10:00:37.114" v="3444" actId="478"/>
          <ac:cxnSpMkLst>
            <pc:docMk/>
            <pc:sldMk cId="328229261" sldId="335"/>
            <ac:cxnSpMk id="18" creationId="{53DEC681-0045-D8BD-AD9D-03D3ABA5AF80}"/>
          </ac:cxnSpMkLst>
        </pc:cxnChg>
        <pc:cxnChg chg="mod">
          <ac:chgData name="Mansi Kunjam" userId="a81a3b44-78ee-415d-8e61-b6c92f5974c8" providerId="ADAL" clId="{94EC9727-773F-4081-A467-B510B60F2121}" dt="2026-01-21T10:00:31.541" v="3440" actId="478"/>
          <ac:cxnSpMkLst>
            <pc:docMk/>
            <pc:sldMk cId="328229261" sldId="335"/>
            <ac:cxnSpMk id="21" creationId="{83710E4B-6D42-DCA1-964F-8763913A63E4}"/>
          </ac:cxnSpMkLst>
        </pc:cxnChg>
      </pc:sldChg>
      <pc:sldChg chg="modSp add del mod">
        <pc:chgData name="Mansi Kunjam" userId="a81a3b44-78ee-415d-8e61-b6c92f5974c8" providerId="ADAL" clId="{94EC9727-773F-4081-A467-B510B60F2121}" dt="2026-01-21T10:54:23.152" v="4952" actId="47"/>
        <pc:sldMkLst>
          <pc:docMk/>
          <pc:sldMk cId="3364678031" sldId="336"/>
        </pc:sldMkLst>
        <pc:spChg chg="mod">
          <ac:chgData name="Mansi Kunjam" userId="a81a3b44-78ee-415d-8e61-b6c92f5974c8" providerId="ADAL" clId="{94EC9727-773F-4081-A467-B510B60F2121}" dt="2026-01-21T10:38:31.221" v="3558" actId="1076"/>
          <ac:spMkLst>
            <pc:docMk/>
            <pc:sldMk cId="3364678031" sldId="336"/>
            <ac:spMk id="3" creationId="{B1CE9A37-EE76-BDB6-8AE2-93A1DFA39110}"/>
          </ac:spMkLst>
        </pc:spChg>
      </pc:sldChg>
      <pc:sldChg chg="del">
        <pc:chgData name="Mansi Kunjam" userId="a81a3b44-78ee-415d-8e61-b6c92f5974c8" providerId="ADAL" clId="{94EC9727-773F-4081-A467-B510B60F2121}" dt="2026-01-21T13:00:54.295" v="10456" actId="47"/>
        <pc:sldMkLst>
          <pc:docMk/>
          <pc:sldMk cId="3340367251" sldId="337"/>
        </pc:sldMkLst>
      </pc:sldChg>
      <pc:sldChg chg="addSp delSp modSp mod">
        <pc:chgData name="Mansi Kunjam" userId="a81a3b44-78ee-415d-8e61-b6c92f5974c8" providerId="ADAL" clId="{94EC9727-773F-4081-A467-B510B60F2121}" dt="2026-01-21T13:36:10.377" v="10720" actId="20577"/>
        <pc:sldMkLst>
          <pc:docMk/>
          <pc:sldMk cId="3040195868" sldId="338"/>
        </pc:sldMkLst>
        <pc:spChg chg="mod">
          <ac:chgData name="Mansi Kunjam" userId="a81a3b44-78ee-415d-8e61-b6c92f5974c8" providerId="ADAL" clId="{94EC9727-773F-4081-A467-B510B60F2121}" dt="2026-01-21T10:09:50.177" v="3550" actId="1076"/>
          <ac:spMkLst>
            <pc:docMk/>
            <pc:sldMk cId="3040195868" sldId="338"/>
            <ac:spMk id="3" creationId="{14CFA2A8-E4B5-3D42-A797-41C1821D8B3F}"/>
          </ac:spMkLst>
        </pc:spChg>
        <pc:graphicFrameChg chg="del modGraphic">
          <ac:chgData name="Mansi Kunjam" userId="a81a3b44-78ee-415d-8e61-b6c92f5974c8" providerId="ADAL" clId="{94EC9727-773F-4081-A467-B510B60F2121}" dt="2026-01-21T10:08:07.196" v="3520" actId="478"/>
          <ac:graphicFrameMkLst>
            <pc:docMk/>
            <pc:sldMk cId="3040195868" sldId="338"/>
            <ac:graphicFrameMk id="2" creationId="{AD1DADB5-114D-B402-D1AD-490032E36805}"/>
          </ac:graphicFrameMkLst>
        </pc:graphicFrameChg>
        <pc:graphicFrameChg chg="add mod modGraphic">
          <ac:chgData name="Mansi Kunjam" userId="a81a3b44-78ee-415d-8e61-b6c92f5974c8" providerId="ADAL" clId="{94EC9727-773F-4081-A467-B510B60F2121}" dt="2026-01-21T13:36:10.377" v="10720" actId="20577"/>
          <ac:graphicFrameMkLst>
            <pc:docMk/>
            <pc:sldMk cId="3040195868" sldId="338"/>
            <ac:graphicFrameMk id="5" creationId="{F20099F2-19CB-DF7B-25F2-4D8B861218A7}"/>
          </ac:graphicFrameMkLst>
        </pc:graphicFrameChg>
      </pc:sldChg>
      <pc:sldChg chg="addSp delSp modSp del mod">
        <pc:chgData name="Mansi Kunjam" userId="a81a3b44-78ee-415d-8e61-b6c92f5974c8" providerId="ADAL" clId="{94EC9727-773F-4081-A467-B510B60F2121}" dt="2026-01-21T11:26:54.464" v="6130" actId="47"/>
        <pc:sldMkLst>
          <pc:docMk/>
          <pc:sldMk cId="962775851" sldId="339"/>
        </pc:sldMkLst>
        <pc:spChg chg="mod">
          <ac:chgData name="Mansi Kunjam" userId="a81a3b44-78ee-415d-8e61-b6c92f5974c8" providerId="ADAL" clId="{94EC9727-773F-4081-A467-B510B60F2121}" dt="2026-01-21T11:20:45.628" v="6010" actId="1076"/>
          <ac:spMkLst>
            <pc:docMk/>
            <pc:sldMk cId="962775851" sldId="339"/>
            <ac:spMk id="2" creationId="{94696509-72CF-613E-2794-DE197835D7A3}"/>
          </ac:spMkLst>
        </pc:spChg>
        <pc:spChg chg="mod">
          <ac:chgData name="Mansi Kunjam" userId="a81a3b44-78ee-415d-8e61-b6c92f5974c8" providerId="ADAL" clId="{94EC9727-773F-4081-A467-B510B60F2121}" dt="2026-01-21T11:18:58.657" v="5980" actId="1076"/>
          <ac:spMkLst>
            <pc:docMk/>
            <pc:sldMk cId="962775851" sldId="339"/>
            <ac:spMk id="3" creationId="{57E5F3B2-0A0E-85AA-D0F6-B1B1B226DF2E}"/>
          </ac:spMkLst>
        </pc:spChg>
        <pc:spChg chg="del mod">
          <ac:chgData name="Mansi Kunjam" userId="a81a3b44-78ee-415d-8e61-b6c92f5974c8" providerId="ADAL" clId="{94EC9727-773F-4081-A467-B510B60F2121}" dt="2026-01-21T11:20:50.801" v="6013" actId="478"/>
          <ac:spMkLst>
            <pc:docMk/>
            <pc:sldMk cId="962775851" sldId="339"/>
            <ac:spMk id="10" creationId="{1CCF3708-53EA-9BFA-EA6D-33D7240FE492}"/>
          </ac:spMkLst>
        </pc:spChg>
        <pc:spChg chg="del">
          <ac:chgData name="Mansi Kunjam" userId="a81a3b44-78ee-415d-8e61-b6c92f5974c8" providerId="ADAL" clId="{94EC9727-773F-4081-A467-B510B60F2121}" dt="2026-01-21T11:21:43.786" v="6037" actId="478"/>
          <ac:spMkLst>
            <pc:docMk/>
            <pc:sldMk cId="962775851" sldId="339"/>
            <ac:spMk id="11" creationId="{29095322-384A-31A0-2533-943704DEB516}"/>
          </ac:spMkLst>
        </pc:spChg>
        <pc:spChg chg="del mod">
          <ac:chgData name="Mansi Kunjam" userId="a81a3b44-78ee-415d-8e61-b6c92f5974c8" providerId="ADAL" clId="{94EC9727-773F-4081-A467-B510B60F2121}" dt="2026-01-21T11:21:29.653" v="6032"/>
          <ac:spMkLst>
            <pc:docMk/>
            <pc:sldMk cId="962775851" sldId="339"/>
            <ac:spMk id="12" creationId="{77F24C27-5C49-6AEC-4B1D-F3D5F02FB9F9}"/>
          </ac:spMkLst>
        </pc:spChg>
        <pc:spChg chg="add del mod">
          <ac:chgData name="Mansi Kunjam" userId="a81a3b44-78ee-415d-8e61-b6c92f5974c8" providerId="ADAL" clId="{94EC9727-773F-4081-A467-B510B60F2121}" dt="2026-01-21T11:22:17.600" v="6046" actId="21"/>
          <ac:spMkLst>
            <pc:docMk/>
            <pc:sldMk cId="962775851" sldId="339"/>
            <ac:spMk id="13" creationId="{F7CBA423-DE69-984D-73F0-0E1CB75A7D41}"/>
          </ac:spMkLst>
        </pc:spChg>
        <pc:spChg chg="add del mod">
          <ac:chgData name="Mansi Kunjam" userId="a81a3b44-78ee-415d-8e61-b6c92f5974c8" providerId="ADAL" clId="{94EC9727-773F-4081-A467-B510B60F2121}" dt="2026-01-21T11:22:17.600" v="6046" actId="21"/>
          <ac:spMkLst>
            <pc:docMk/>
            <pc:sldMk cId="962775851" sldId="339"/>
            <ac:spMk id="15" creationId="{8076AF50-8FA2-B4C8-73A4-C020214F8C53}"/>
          </ac:spMkLst>
        </pc:spChg>
        <pc:spChg chg="add del mod">
          <ac:chgData name="Mansi Kunjam" userId="a81a3b44-78ee-415d-8e61-b6c92f5974c8" providerId="ADAL" clId="{94EC9727-773F-4081-A467-B510B60F2121}" dt="2026-01-21T11:22:17.600" v="6046" actId="21"/>
          <ac:spMkLst>
            <pc:docMk/>
            <pc:sldMk cId="962775851" sldId="339"/>
            <ac:spMk id="16" creationId="{FC304FF6-9A69-3FC0-FD76-1C6F81FC4FD7}"/>
          </ac:spMkLst>
        </pc:spChg>
        <pc:spChg chg="del">
          <ac:chgData name="Mansi Kunjam" userId="a81a3b44-78ee-415d-8e61-b6c92f5974c8" providerId="ADAL" clId="{94EC9727-773F-4081-A467-B510B60F2121}" dt="2026-01-21T11:19:05.660" v="5983" actId="478"/>
          <ac:spMkLst>
            <pc:docMk/>
            <pc:sldMk cId="962775851" sldId="339"/>
            <ac:spMk id="23" creationId="{84B9868B-1B97-3C51-41BE-28F54801C1BC}"/>
          </ac:spMkLst>
        </pc:spChg>
        <pc:spChg chg="mod">
          <ac:chgData name="Mansi Kunjam" userId="a81a3b44-78ee-415d-8e61-b6c92f5974c8" providerId="ADAL" clId="{94EC9727-773F-4081-A467-B510B60F2121}" dt="2026-01-21T11:19:18.326" v="5985" actId="1076"/>
          <ac:spMkLst>
            <pc:docMk/>
            <pc:sldMk cId="962775851" sldId="339"/>
            <ac:spMk id="24" creationId="{1C730E14-7DDA-A1F3-6E88-5AA64FAD1539}"/>
          </ac:spMkLst>
        </pc:spChg>
        <pc:cxnChg chg="mod">
          <ac:chgData name="Mansi Kunjam" userId="a81a3b44-78ee-415d-8e61-b6c92f5974c8" providerId="ADAL" clId="{94EC9727-773F-4081-A467-B510B60F2121}" dt="2026-01-21T11:20:45.628" v="6010" actId="1076"/>
          <ac:cxnSpMkLst>
            <pc:docMk/>
            <pc:sldMk cId="962775851" sldId="339"/>
            <ac:cxnSpMk id="7" creationId="{3E6FA5AE-55E5-C94F-1551-F172B8BB5E6E}"/>
          </ac:cxnSpMkLst>
        </pc:cxnChg>
      </pc:sldChg>
      <pc:sldChg chg="del">
        <pc:chgData name="Mansi Kunjam" userId="a81a3b44-78ee-415d-8e61-b6c92f5974c8" providerId="ADAL" clId="{94EC9727-773F-4081-A467-B510B60F2121}" dt="2026-01-21T13:00:09.079" v="10438" actId="47"/>
        <pc:sldMkLst>
          <pc:docMk/>
          <pc:sldMk cId="672429269" sldId="340"/>
        </pc:sldMkLst>
      </pc:sldChg>
      <pc:sldChg chg="modSp del mod">
        <pc:chgData name="Mansi Kunjam" userId="a81a3b44-78ee-415d-8e61-b6c92f5974c8" providerId="ADAL" clId="{94EC9727-773F-4081-A467-B510B60F2121}" dt="2026-01-21T12:54:16.051" v="9973" actId="2696"/>
        <pc:sldMkLst>
          <pc:docMk/>
          <pc:sldMk cId="1126272680" sldId="341"/>
        </pc:sldMkLst>
        <pc:picChg chg="mod">
          <ac:chgData name="Mansi Kunjam" userId="a81a3b44-78ee-415d-8e61-b6c92f5974c8" providerId="ADAL" clId="{94EC9727-773F-4081-A467-B510B60F2121}" dt="2026-01-21T11:33:09.188" v="6131" actId="1076"/>
          <ac:picMkLst>
            <pc:docMk/>
            <pc:sldMk cId="1126272680" sldId="341"/>
            <ac:picMk id="4" creationId="{7AA7699A-328D-42C4-C3F3-E3E3075EEFBE}"/>
          </ac:picMkLst>
        </pc:picChg>
      </pc:sldChg>
      <pc:sldChg chg="del">
        <pc:chgData name="Mansi Kunjam" userId="a81a3b44-78ee-415d-8e61-b6c92f5974c8" providerId="ADAL" clId="{94EC9727-773F-4081-A467-B510B60F2121}" dt="2026-01-21T12:36:49.122" v="8454" actId="47"/>
        <pc:sldMkLst>
          <pc:docMk/>
          <pc:sldMk cId="2514501112" sldId="342"/>
        </pc:sldMkLst>
      </pc:sldChg>
      <pc:sldChg chg="del">
        <pc:chgData name="Mansi Kunjam" userId="a81a3b44-78ee-415d-8e61-b6c92f5974c8" providerId="ADAL" clId="{94EC9727-773F-4081-A467-B510B60F2121}" dt="2026-01-21T11:54:53.017" v="7201" actId="47"/>
        <pc:sldMkLst>
          <pc:docMk/>
          <pc:sldMk cId="119875681" sldId="343"/>
        </pc:sldMkLst>
      </pc:sldChg>
      <pc:sldChg chg="modSp mod">
        <pc:chgData name="Mansi Kunjam" userId="a81a3b44-78ee-415d-8e61-b6c92f5974c8" providerId="ADAL" clId="{94EC9727-773F-4081-A467-B510B60F2121}" dt="2026-01-21T13:02:54.382" v="10473" actId="113"/>
        <pc:sldMkLst>
          <pc:docMk/>
          <pc:sldMk cId="139192828" sldId="344"/>
        </pc:sldMkLst>
        <pc:spChg chg="mod">
          <ac:chgData name="Mansi Kunjam" userId="a81a3b44-78ee-415d-8e61-b6c92f5974c8" providerId="ADAL" clId="{94EC9727-773F-4081-A467-B510B60F2121}" dt="2026-01-21T13:02:42.609" v="10470" actId="113"/>
          <ac:spMkLst>
            <pc:docMk/>
            <pc:sldMk cId="139192828" sldId="344"/>
            <ac:spMk id="4" creationId="{3883A37E-BED0-1989-2D94-059BE8A24897}"/>
          </ac:spMkLst>
        </pc:spChg>
        <pc:spChg chg="mod">
          <ac:chgData name="Mansi Kunjam" userId="a81a3b44-78ee-415d-8e61-b6c92f5974c8" providerId="ADAL" clId="{94EC9727-773F-4081-A467-B510B60F2121}" dt="2026-01-21T13:02:54.382" v="10473" actId="113"/>
          <ac:spMkLst>
            <pc:docMk/>
            <pc:sldMk cId="139192828" sldId="344"/>
            <ac:spMk id="13" creationId="{C7E64499-E83D-A652-D885-0EAEF11F8049}"/>
          </ac:spMkLst>
        </pc:spChg>
        <pc:spChg chg="mod">
          <ac:chgData name="Mansi Kunjam" userId="a81a3b44-78ee-415d-8e61-b6c92f5974c8" providerId="ADAL" clId="{94EC9727-773F-4081-A467-B510B60F2121}" dt="2026-01-21T13:02:46.278" v="10472" actId="113"/>
          <ac:spMkLst>
            <pc:docMk/>
            <pc:sldMk cId="139192828" sldId="344"/>
            <ac:spMk id="23" creationId="{C5325224-EBF8-959D-BC18-0BA782FCC8D6}"/>
          </ac:spMkLst>
        </pc:spChg>
        <pc:spChg chg="mod">
          <ac:chgData name="Mansi Kunjam" userId="a81a3b44-78ee-415d-8e61-b6c92f5974c8" providerId="ADAL" clId="{94EC9727-773F-4081-A467-B510B60F2121}" dt="2026-01-21T13:02:44.543" v="10471" actId="113"/>
          <ac:spMkLst>
            <pc:docMk/>
            <pc:sldMk cId="139192828" sldId="344"/>
            <ac:spMk id="24" creationId="{C65C6B80-CAF8-0887-52CD-86585AA31C66}"/>
          </ac:spMkLst>
        </pc:spChg>
      </pc:sldChg>
      <pc:sldChg chg="modSp mod">
        <pc:chgData name="Mansi Kunjam" userId="a81a3b44-78ee-415d-8e61-b6c92f5974c8" providerId="ADAL" clId="{94EC9727-773F-4081-A467-B510B60F2121}" dt="2026-01-21T13:05:20.933" v="10488" actId="255"/>
        <pc:sldMkLst>
          <pc:docMk/>
          <pc:sldMk cId="3568472430" sldId="345"/>
        </pc:sldMkLst>
        <pc:spChg chg="mod">
          <ac:chgData name="Mansi Kunjam" userId="a81a3b44-78ee-415d-8e61-b6c92f5974c8" providerId="ADAL" clId="{94EC9727-773F-4081-A467-B510B60F2121}" dt="2026-01-21T13:05:20.933" v="10488" actId="255"/>
          <ac:spMkLst>
            <pc:docMk/>
            <pc:sldMk cId="3568472430" sldId="345"/>
            <ac:spMk id="2" creationId="{33DB7F0E-15AC-1D05-BA42-7D74EAD34B64}"/>
          </ac:spMkLst>
        </pc:spChg>
        <pc:spChg chg="mod">
          <ac:chgData name="Mansi Kunjam" userId="a81a3b44-78ee-415d-8e61-b6c92f5974c8" providerId="ADAL" clId="{94EC9727-773F-4081-A467-B510B60F2121}" dt="2026-01-21T13:05:08.338" v="10484" actId="255"/>
          <ac:spMkLst>
            <pc:docMk/>
            <pc:sldMk cId="3568472430" sldId="345"/>
            <ac:spMk id="13" creationId="{52E7A704-CC06-43FB-31D9-8EDD53EC8C65}"/>
          </ac:spMkLst>
        </pc:spChg>
        <pc:spChg chg="mod">
          <ac:chgData name="Mansi Kunjam" userId="a81a3b44-78ee-415d-8e61-b6c92f5974c8" providerId="ADAL" clId="{94EC9727-773F-4081-A467-B510B60F2121}" dt="2026-01-21T13:05:13.147" v="10485" actId="255"/>
          <ac:spMkLst>
            <pc:docMk/>
            <pc:sldMk cId="3568472430" sldId="345"/>
            <ac:spMk id="14" creationId="{8B6C2E70-E86F-CBD1-C46D-4DC03611B7DA}"/>
          </ac:spMkLst>
        </pc:spChg>
        <pc:spChg chg="mod">
          <ac:chgData name="Mansi Kunjam" userId="a81a3b44-78ee-415d-8e61-b6c92f5974c8" providerId="ADAL" clId="{94EC9727-773F-4081-A467-B510B60F2121}" dt="2026-01-21T13:05:16.965" v="10486" actId="255"/>
          <ac:spMkLst>
            <pc:docMk/>
            <pc:sldMk cId="3568472430" sldId="345"/>
            <ac:spMk id="15" creationId="{FE8BBFB4-5022-53C2-2C35-8EEBA9F80B8F}"/>
          </ac:spMkLst>
        </pc:spChg>
      </pc:sldChg>
      <pc:sldChg chg="del">
        <pc:chgData name="Mansi Kunjam" userId="a81a3b44-78ee-415d-8e61-b6c92f5974c8" providerId="ADAL" clId="{94EC9727-773F-4081-A467-B510B60F2121}" dt="2026-01-21T08:27:40.870" v="2" actId="47"/>
        <pc:sldMkLst>
          <pc:docMk/>
          <pc:sldMk cId="329551951" sldId="346"/>
        </pc:sldMkLst>
      </pc:sldChg>
      <pc:sldChg chg="modSp mod">
        <pc:chgData name="Mansi Kunjam" userId="a81a3b44-78ee-415d-8e61-b6c92f5974c8" providerId="ADAL" clId="{94EC9727-773F-4081-A467-B510B60F2121}" dt="2026-01-21T13:10:31.931" v="10514" actId="113"/>
        <pc:sldMkLst>
          <pc:docMk/>
          <pc:sldMk cId="3915648317" sldId="347"/>
        </pc:sldMkLst>
        <pc:spChg chg="mod">
          <ac:chgData name="Mansi Kunjam" userId="a81a3b44-78ee-415d-8e61-b6c92f5974c8" providerId="ADAL" clId="{94EC9727-773F-4081-A467-B510B60F2121}" dt="2026-01-21T13:10:15.853" v="10513" actId="693"/>
          <ac:spMkLst>
            <pc:docMk/>
            <pc:sldMk cId="3915648317" sldId="347"/>
            <ac:spMk id="5" creationId="{836A8C5D-130D-6E8B-81A0-F1FD071C7710}"/>
          </ac:spMkLst>
        </pc:spChg>
        <pc:spChg chg="mod">
          <ac:chgData name="Mansi Kunjam" userId="a81a3b44-78ee-415d-8e61-b6c92f5974c8" providerId="ADAL" clId="{94EC9727-773F-4081-A467-B510B60F2121}" dt="2026-01-21T13:10:31.931" v="10514" actId="113"/>
          <ac:spMkLst>
            <pc:docMk/>
            <pc:sldMk cId="3915648317" sldId="347"/>
            <ac:spMk id="9" creationId="{33AF9296-ACF3-8D9E-1801-33AE02BDFBFD}"/>
          </ac:spMkLst>
        </pc:spChg>
      </pc:sldChg>
      <pc:sldChg chg="add del">
        <pc:chgData name="Mansi Kunjam" userId="a81a3b44-78ee-415d-8e61-b6c92f5974c8" providerId="ADAL" clId="{94EC9727-773F-4081-A467-B510B60F2121}" dt="2026-01-21T08:27:39.078" v="1" actId="2890"/>
        <pc:sldMkLst>
          <pc:docMk/>
          <pc:sldMk cId="2871756947" sldId="348"/>
        </pc:sldMkLst>
      </pc:sldChg>
      <pc:sldChg chg="addSp delSp modSp add mod">
        <pc:chgData name="Mansi Kunjam" userId="a81a3b44-78ee-415d-8e61-b6c92f5974c8" providerId="ADAL" clId="{94EC9727-773F-4081-A467-B510B60F2121}" dt="2026-01-21T13:55:50.555" v="10858" actId="20577"/>
        <pc:sldMkLst>
          <pc:docMk/>
          <pc:sldMk cId="3694583097" sldId="348"/>
        </pc:sldMkLst>
        <pc:spChg chg="add del mod">
          <ac:chgData name="Mansi Kunjam" userId="a81a3b44-78ee-415d-8e61-b6c92f5974c8" providerId="ADAL" clId="{94EC9727-773F-4081-A467-B510B60F2121}" dt="2026-01-21T08:30:06.566" v="11" actId="478"/>
          <ac:spMkLst>
            <pc:docMk/>
            <pc:sldMk cId="3694583097" sldId="348"/>
            <ac:spMk id="2" creationId="{B51A8A15-5735-F738-F3AD-F678B16A1AFA}"/>
          </ac:spMkLst>
        </pc:spChg>
        <pc:spChg chg="mod">
          <ac:chgData name="Mansi Kunjam" userId="a81a3b44-78ee-415d-8e61-b6c92f5974c8" providerId="ADAL" clId="{94EC9727-773F-4081-A467-B510B60F2121}" dt="2026-01-21T08:29:50.684" v="8" actId="1076"/>
          <ac:spMkLst>
            <pc:docMk/>
            <pc:sldMk cId="3694583097" sldId="348"/>
            <ac:spMk id="3" creationId="{128833C2-E3E6-E679-B6C6-C9B2E8E87654}"/>
          </ac:spMkLst>
        </pc:spChg>
        <pc:spChg chg="add mod">
          <ac:chgData name="Mansi Kunjam" userId="a81a3b44-78ee-415d-8e61-b6c92f5974c8" providerId="ADAL" clId="{94EC9727-773F-4081-A467-B510B60F2121}" dt="2026-01-21T13:10:52.453" v="10515" actId="255"/>
          <ac:spMkLst>
            <pc:docMk/>
            <pc:sldMk cId="3694583097" sldId="348"/>
            <ac:spMk id="5" creationId="{DA841D26-A837-961E-843D-74DF3EC9A95A}"/>
          </ac:spMkLst>
        </pc:spChg>
        <pc:spChg chg="add">
          <ac:chgData name="Mansi Kunjam" userId="a81a3b44-78ee-415d-8e61-b6c92f5974c8" providerId="ADAL" clId="{94EC9727-773F-4081-A467-B510B60F2121}" dt="2026-01-21T08:31:45.087" v="122"/>
          <ac:spMkLst>
            <pc:docMk/>
            <pc:sldMk cId="3694583097" sldId="348"/>
            <ac:spMk id="6" creationId="{BB4A5EE8-EB71-7765-86E9-3E9022F19D55}"/>
          </ac:spMkLst>
        </pc:spChg>
        <pc:spChg chg="mod">
          <ac:chgData name="Mansi Kunjam" userId="a81a3b44-78ee-415d-8e61-b6c92f5974c8" providerId="ADAL" clId="{94EC9727-773F-4081-A467-B510B60F2121}" dt="2026-01-21T13:55:50.555" v="10858" actId="20577"/>
          <ac:spMkLst>
            <pc:docMk/>
            <pc:sldMk cId="3694583097" sldId="348"/>
            <ac:spMk id="7" creationId="{C9AD9D53-67F0-61B1-E243-49A2AD801333}"/>
          </ac:spMkLst>
        </pc:spChg>
        <pc:spChg chg="add mod">
          <ac:chgData name="Mansi Kunjam" userId="a81a3b44-78ee-415d-8e61-b6c92f5974c8" providerId="ADAL" clId="{94EC9727-773F-4081-A467-B510B60F2121}" dt="2026-01-21T13:10:56.299" v="10516" actId="255"/>
          <ac:spMkLst>
            <pc:docMk/>
            <pc:sldMk cId="3694583097" sldId="348"/>
            <ac:spMk id="8" creationId="{6A27DEF0-627C-72FF-725B-4C09F8415DF1}"/>
          </ac:spMkLst>
        </pc:spChg>
        <pc:picChg chg="del">
          <ac:chgData name="Mansi Kunjam" userId="a81a3b44-78ee-415d-8e61-b6c92f5974c8" providerId="ADAL" clId="{94EC9727-773F-4081-A467-B510B60F2121}" dt="2026-01-21T08:29:37.315" v="4" actId="478"/>
          <ac:picMkLst>
            <pc:docMk/>
            <pc:sldMk cId="3694583097" sldId="348"/>
            <ac:picMk id="4" creationId="{C48F3915-D615-7D14-6132-54400B5086B6}"/>
          </ac:picMkLst>
        </pc:picChg>
      </pc:sldChg>
      <pc:sldChg chg="addSp delSp modSp add mod">
        <pc:chgData name="Mansi Kunjam" userId="a81a3b44-78ee-415d-8e61-b6c92f5974c8" providerId="ADAL" clId="{94EC9727-773F-4081-A467-B510B60F2121}" dt="2026-01-21T08:49:56.457" v="898" actId="115"/>
        <pc:sldMkLst>
          <pc:docMk/>
          <pc:sldMk cId="3283685380" sldId="349"/>
        </pc:sldMkLst>
        <pc:spChg chg="add mod">
          <ac:chgData name="Mansi Kunjam" userId="a81a3b44-78ee-415d-8e61-b6c92f5974c8" providerId="ADAL" clId="{94EC9727-773F-4081-A467-B510B60F2121}" dt="2026-01-21T08:49:56.457" v="898" actId="115"/>
          <ac:spMkLst>
            <pc:docMk/>
            <pc:sldMk cId="3283685380" sldId="349"/>
            <ac:spMk id="2" creationId="{8FA50145-F7E3-1C01-FCFC-466D39CD200B}"/>
          </ac:spMkLst>
        </pc:spChg>
        <pc:spChg chg="add del mod">
          <ac:chgData name="Mansi Kunjam" userId="a81a3b44-78ee-415d-8e61-b6c92f5974c8" providerId="ADAL" clId="{94EC9727-773F-4081-A467-B510B60F2121}" dt="2026-01-21T08:46:46.706" v="856" actId="478"/>
          <ac:spMkLst>
            <pc:docMk/>
            <pc:sldMk cId="3283685380" sldId="349"/>
            <ac:spMk id="4" creationId="{AF3E454A-51C7-D829-EC94-B8ED6ED20BA9}"/>
          </ac:spMkLst>
        </pc:spChg>
        <pc:spChg chg="del mod">
          <ac:chgData name="Mansi Kunjam" userId="a81a3b44-78ee-415d-8e61-b6c92f5974c8" providerId="ADAL" clId="{94EC9727-773F-4081-A467-B510B60F2121}" dt="2026-01-21T08:37:01.782" v="334" actId="478"/>
          <ac:spMkLst>
            <pc:docMk/>
            <pc:sldMk cId="3283685380" sldId="349"/>
            <ac:spMk id="5" creationId="{485B2E0E-55E2-7B8B-77D3-6FC39260E16D}"/>
          </ac:spMkLst>
        </pc:spChg>
        <pc:spChg chg="del">
          <ac:chgData name="Mansi Kunjam" userId="a81a3b44-78ee-415d-8e61-b6c92f5974c8" providerId="ADAL" clId="{94EC9727-773F-4081-A467-B510B60F2121}" dt="2026-01-21T08:40:10.341" v="527" actId="478"/>
          <ac:spMkLst>
            <pc:docMk/>
            <pc:sldMk cId="3283685380" sldId="349"/>
            <ac:spMk id="7" creationId="{15C8648D-C20F-DA0E-DBE5-3DA8708483C2}"/>
          </ac:spMkLst>
        </pc:spChg>
        <pc:spChg chg="del">
          <ac:chgData name="Mansi Kunjam" userId="a81a3b44-78ee-415d-8e61-b6c92f5974c8" providerId="ADAL" clId="{94EC9727-773F-4081-A467-B510B60F2121}" dt="2026-01-21T08:37:03.196" v="335" actId="478"/>
          <ac:spMkLst>
            <pc:docMk/>
            <pc:sldMk cId="3283685380" sldId="349"/>
            <ac:spMk id="8" creationId="{D37E2E8F-9986-BA49-1D0F-324AAA45C161}"/>
          </ac:spMkLst>
        </pc:spChg>
      </pc:sldChg>
      <pc:sldChg chg="addSp delSp modSp add mod">
        <pc:chgData name="Mansi Kunjam" userId="a81a3b44-78ee-415d-8e61-b6c92f5974c8" providerId="ADAL" clId="{94EC9727-773F-4081-A467-B510B60F2121}" dt="2026-01-21T13:14:06.798" v="10529" actId="113"/>
        <pc:sldMkLst>
          <pc:docMk/>
          <pc:sldMk cId="3215157580" sldId="350"/>
        </pc:sldMkLst>
        <pc:spChg chg="del">
          <ac:chgData name="Mansi Kunjam" userId="a81a3b44-78ee-415d-8e61-b6c92f5974c8" providerId="ADAL" clId="{94EC9727-773F-4081-A467-B510B60F2121}" dt="2026-01-21T08:43:00.696" v="794" actId="478"/>
          <ac:spMkLst>
            <pc:docMk/>
            <pc:sldMk cId="3215157580" sldId="350"/>
            <ac:spMk id="2" creationId="{64A1BE7C-F16A-9CD7-D2BD-82FF35B105AD}"/>
          </ac:spMkLst>
        </pc:spChg>
        <pc:spChg chg="mod">
          <ac:chgData name="Mansi Kunjam" userId="a81a3b44-78ee-415d-8e61-b6c92f5974c8" providerId="ADAL" clId="{94EC9727-773F-4081-A467-B510B60F2121}" dt="2026-01-21T13:14:06.798" v="10529" actId="113"/>
          <ac:spMkLst>
            <pc:docMk/>
            <pc:sldMk cId="3215157580" sldId="350"/>
            <ac:spMk id="4" creationId="{31F19FC7-8105-4AE5-AE49-D906E88172C5}"/>
          </ac:spMkLst>
        </pc:spChg>
        <pc:spChg chg="add del mod">
          <ac:chgData name="Mansi Kunjam" userId="a81a3b44-78ee-415d-8e61-b6c92f5974c8" providerId="ADAL" clId="{94EC9727-773F-4081-A467-B510B60F2121}" dt="2026-01-21T08:52:48.427" v="930" actId="478"/>
          <ac:spMkLst>
            <pc:docMk/>
            <pc:sldMk cId="3215157580" sldId="350"/>
            <ac:spMk id="5" creationId="{4BCC0B21-7213-1058-E883-F1C319A6A4A4}"/>
          </ac:spMkLst>
        </pc:spChg>
      </pc:sldChg>
      <pc:sldChg chg="addSp delSp modSp add mod">
        <pc:chgData name="Mansi Kunjam" userId="a81a3b44-78ee-415d-8e61-b6c92f5974c8" providerId="ADAL" clId="{94EC9727-773F-4081-A467-B510B60F2121}" dt="2026-01-21T13:32:55.486" v="10706" actId="20577"/>
        <pc:sldMkLst>
          <pc:docMk/>
          <pc:sldMk cId="924819385" sldId="351"/>
        </pc:sldMkLst>
        <pc:spChg chg="add mod">
          <ac:chgData name="Mansi Kunjam" userId="a81a3b44-78ee-415d-8e61-b6c92f5974c8" providerId="ADAL" clId="{94EC9727-773F-4081-A467-B510B60F2121}" dt="2026-01-21T13:32:35.210" v="10696" actId="14100"/>
          <ac:spMkLst>
            <pc:docMk/>
            <pc:sldMk cId="924819385" sldId="351"/>
            <ac:spMk id="2" creationId="{387BDE14-39A2-6DA2-433B-E1D4872A6E4E}"/>
          </ac:spMkLst>
        </pc:spChg>
        <pc:spChg chg="add mod">
          <ac:chgData name="Mansi Kunjam" userId="a81a3b44-78ee-415d-8e61-b6c92f5974c8" providerId="ADAL" clId="{94EC9727-773F-4081-A467-B510B60F2121}" dt="2026-01-21T13:32:39.378" v="10702" actId="1037"/>
          <ac:spMkLst>
            <pc:docMk/>
            <pc:sldMk cId="924819385" sldId="351"/>
            <ac:spMk id="5" creationId="{1A8BACB4-5A78-82C4-FC66-DA035DDF6D39}"/>
          </ac:spMkLst>
        </pc:spChg>
        <pc:spChg chg="add del mod">
          <ac:chgData name="Mansi Kunjam" userId="a81a3b44-78ee-415d-8e61-b6c92f5974c8" providerId="ADAL" clId="{94EC9727-773F-4081-A467-B510B60F2121}" dt="2026-01-21T09:50:56.027" v="3109" actId="478"/>
          <ac:spMkLst>
            <pc:docMk/>
            <pc:sldMk cId="924819385" sldId="351"/>
            <ac:spMk id="6" creationId="{5D7006E4-0E93-DB21-09E3-EFA0A6C1DF85}"/>
          </ac:spMkLst>
        </pc:spChg>
        <pc:spChg chg="add del mod">
          <ac:chgData name="Mansi Kunjam" userId="a81a3b44-78ee-415d-8e61-b6c92f5974c8" providerId="ADAL" clId="{94EC9727-773F-4081-A467-B510B60F2121}" dt="2026-01-21T09:50:59.297" v="3112" actId="478"/>
          <ac:spMkLst>
            <pc:docMk/>
            <pc:sldMk cId="924819385" sldId="351"/>
            <ac:spMk id="7" creationId="{12902CFA-D49E-D189-04A0-FBAC4A421D0E}"/>
          </ac:spMkLst>
        </pc:spChg>
        <pc:spChg chg="add del mod">
          <ac:chgData name="Mansi Kunjam" userId="a81a3b44-78ee-415d-8e61-b6c92f5974c8" providerId="ADAL" clId="{94EC9727-773F-4081-A467-B510B60F2121}" dt="2026-01-21T09:51:03.504" v="3115" actId="478"/>
          <ac:spMkLst>
            <pc:docMk/>
            <pc:sldMk cId="924819385" sldId="351"/>
            <ac:spMk id="8" creationId="{2FB9EC65-28E6-4493-5A30-0FDD784E919F}"/>
          </ac:spMkLst>
        </pc:spChg>
        <pc:spChg chg="add del mod">
          <ac:chgData name="Mansi Kunjam" userId="a81a3b44-78ee-415d-8e61-b6c92f5974c8" providerId="ADAL" clId="{94EC9727-773F-4081-A467-B510B60F2121}" dt="2026-01-21T09:50:54.891" v="3108" actId="478"/>
          <ac:spMkLst>
            <pc:docMk/>
            <pc:sldMk cId="924819385" sldId="351"/>
            <ac:spMk id="9" creationId="{4539538F-D86D-A035-771F-038EF084ACDB}"/>
          </ac:spMkLst>
        </pc:spChg>
        <pc:spChg chg="add mod">
          <ac:chgData name="Mansi Kunjam" userId="a81a3b44-78ee-415d-8e61-b6c92f5974c8" providerId="ADAL" clId="{94EC9727-773F-4081-A467-B510B60F2121}" dt="2026-01-21T13:32:52.858" v="10704" actId="20577"/>
          <ac:spMkLst>
            <pc:docMk/>
            <pc:sldMk cId="924819385" sldId="351"/>
            <ac:spMk id="10" creationId="{6CD025D1-E911-A1BD-3C40-1A73E8109079}"/>
          </ac:spMkLst>
        </pc:spChg>
        <pc:spChg chg="add mod">
          <ac:chgData name="Mansi Kunjam" userId="a81a3b44-78ee-415d-8e61-b6c92f5974c8" providerId="ADAL" clId="{94EC9727-773F-4081-A467-B510B60F2121}" dt="2026-01-21T13:32:39.378" v="10702" actId="1037"/>
          <ac:spMkLst>
            <pc:docMk/>
            <pc:sldMk cId="924819385" sldId="351"/>
            <ac:spMk id="16" creationId="{A428AF4C-33A2-DB0E-4704-F3B64E6183E5}"/>
          </ac:spMkLst>
        </pc:spChg>
        <pc:spChg chg="add mod">
          <ac:chgData name="Mansi Kunjam" userId="a81a3b44-78ee-415d-8e61-b6c92f5974c8" providerId="ADAL" clId="{94EC9727-773F-4081-A467-B510B60F2121}" dt="2026-01-21T13:32:55.486" v="10706" actId="20577"/>
          <ac:spMkLst>
            <pc:docMk/>
            <pc:sldMk cId="924819385" sldId="351"/>
            <ac:spMk id="23" creationId="{40E55E6A-DC19-4CB9-D89C-C211D3EAB596}"/>
          </ac:spMkLst>
        </pc:spChg>
        <pc:spChg chg="add mod">
          <ac:chgData name="Mansi Kunjam" userId="a81a3b44-78ee-415d-8e61-b6c92f5974c8" providerId="ADAL" clId="{94EC9727-773F-4081-A467-B510B60F2121}" dt="2026-01-21T09:54:04.124" v="3313" actId="14100"/>
          <ac:spMkLst>
            <pc:docMk/>
            <pc:sldMk cId="924819385" sldId="351"/>
            <ac:spMk id="31" creationId="{3447AA4E-C1B8-B49F-5C09-260BF96A3826}"/>
          </ac:spMkLst>
        </pc:spChg>
        <pc:spChg chg="add mod">
          <ac:chgData name="Mansi Kunjam" userId="a81a3b44-78ee-415d-8e61-b6c92f5974c8" providerId="ADAL" clId="{94EC9727-773F-4081-A467-B510B60F2121}" dt="2026-01-21T09:54:03.412" v="3311" actId="1076"/>
          <ac:spMkLst>
            <pc:docMk/>
            <pc:sldMk cId="924819385" sldId="351"/>
            <ac:spMk id="34" creationId="{8E7A3B9A-5E8C-03D3-48E5-E9B14753D397}"/>
          </ac:spMkLst>
        </pc:spChg>
        <pc:spChg chg="add mod">
          <ac:chgData name="Mansi Kunjam" userId="a81a3b44-78ee-415d-8e61-b6c92f5974c8" providerId="ADAL" clId="{94EC9727-773F-4081-A467-B510B60F2121}" dt="2026-01-21T09:54:03.412" v="3311" actId="1076"/>
          <ac:spMkLst>
            <pc:docMk/>
            <pc:sldMk cId="924819385" sldId="351"/>
            <ac:spMk id="35" creationId="{3B99F06F-AAEA-D44E-2235-6E94259E4ACB}"/>
          </ac:spMkLst>
        </pc:spChg>
        <pc:spChg chg="add mod">
          <ac:chgData name="Mansi Kunjam" userId="a81a3b44-78ee-415d-8e61-b6c92f5974c8" providerId="ADAL" clId="{94EC9727-773F-4081-A467-B510B60F2121}" dt="2026-01-21T09:54:03.412" v="3311" actId="1076"/>
          <ac:spMkLst>
            <pc:docMk/>
            <pc:sldMk cId="924819385" sldId="351"/>
            <ac:spMk id="36" creationId="{1D99BC83-435E-C032-5D8F-873E6396336E}"/>
          </ac:spMkLst>
        </pc:spChg>
        <pc:spChg chg="add del mod">
          <ac:chgData name="Mansi Kunjam" userId="a81a3b44-78ee-415d-8e61-b6c92f5974c8" providerId="ADAL" clId="{94EC9727-773F-4081-A467-B510B60F2121}" dt="2026-01-21T09:54:05.008" v="3315" actId="20577"/>
          <ac:spMkLst>
            <pc:docMk/>
            <pc:sldMk cId="924819385" sldId="351"/>
            <ac:spMk id="37" creationId="{D829CFBB-E81B-FE48-9FDD-3CBE56DB1749}"/>
          </ac:spMkLst>
        </pc:spChg>
        <pc:spChg chg="add del mod">
          <ac:chgData name="Mansi Kunjam" userId="a81a3b44-78ee-415d-8e61-b6c92f5974c8" providerId="ADAL" clId="{94EC9727-773F-4081-A467-B510B60F2121}" dt="2026-01-21T13:32:39.378" v="10702" actId="1037"/>
          <ac:spMkLst>
            <pc:docMk/>
            <pc:sldMk cId="924819385" sldId="351"/>
            <ac:spMk id="38" creationId="{384E98A9-CEDC-EE2B-04B1-DE8A810E8A72}"/>
          </ac:spMkLst>
        </pc:spChg>
        <pc:spChg chg="add del mod">
          <ac:chgData name="Mansi Kunjam" userId="a81a3b44-78ee-415d-8e61-b6c92f5974c8" providerId="ADAL" clId="{94EC9727-773F-4081-A467-B510B60F2121}" dt="2026-01-21T13:32:39.378" v="10702" actId="1037"/>
          <ac:spMkLst>
            <pc:docMk/>
            <pc:sldMk cId="924819385" sldId="351"/>
            <ac:spMk id="41" creationId="{C63CC8F1-04AF-B32E-1B27-8E92E0ED1385}"/>
          </ac:spMkLst>
        </pc:spChg>
        <pc:spChg chg="add del mod">
          <ac:chgData name="Mansi Kunjam" userId="a81a3b44-78ee-415d-8e61-b6c92f5974c8" providerId="ADAL" clId="{94EC9727-773F-4081-A467-B510B60F2121}" dt="2026-01-21T13:32:39.378" v="10702" actId="1037"/>
          <ac:spMkLst>
            <pc:docMk/>
            <pc:sldMk cId="924819385" sldId="351"/>
            <ac:spMk id="42" creationId="{C4381831-FAA1-4E7D-1290-835FD32FBE19}"/>
          </ac:spMkLst>
        </pc:spChg>
        <pc:spChg chg="add del mod">
          <ac:chgData name="Mansi Kunjam" userId="a81a3b44-78ee-415d-8e61-b6c92f5974c8" providerId="ADAL" clId="{94EC9727-773F-4081-A467-B510B60F2121}" dt="2026-01-21T09:54:29.799" v="3325" actId="478"/>
          <ac:spMkLst>
            <pc:docMk/>
            <pc:sldMk cId="924819385" sldId="351"/>
            <ac:spMk id="43" creationId="{1C7E4921-4307-4FCE-25C3-25686E6FEEA4}"/>
          </ac:spMkLst>
        </pc:spChg>
        <pc:spChg chg="add del mod">
          <ac:chgData name="Mansi Kunjam" userId="a81a3b44-78ee-415d-8e61-b6c92f5974c8" providerId="ADAL" clId="{94EC9727-773F-4081-A467-B510B60F2121}" dt="2026-01-21T09:54:16.854" v="3322" actId="478"/>
          <ac:spMkLst>
            <pc:docMk/>
            <pc:sldMk cId="924819385" sldId="351"/>
            <ac:spMk id="44" creationId="{BA620B1A-37CA-A6A7-605A-C35EAB4C9622}"/>
          </ac:spMkLst>
        </pc:spChg>
        <pc:picChg chg="del">
          <ac:chgData name="Mansi Kunjam" userId="a81a3b44-78ee-415d-8e61-b6c92f5974c8" providerId="ADAL" clId="{94EC9727-773F-4081-A467-B510B60F2121}" dt="2026-01-21T08:59:00.284" v="1078" actId="478"/>
          <ac:picMkLst>
            <pc:docMk/>
            <pc:sldMk cId="924819385" sldId="351"/>
            <ac:picMk id="4" creationId="{D87368B2-A6F4-A7F4-7BC6-06DCE45377F7}"/>
          </ac:picMkLst>
        </pc:picChg>
        <pc:picChg chg="add mod">
          <ac:chgData name="Mansi Kunjam" userId="a81a3b44-78ee-415d-8e61-b6c92f5974c8" providerId="ADAL" clId="{94EC9727-773F-4081-A467-B510B60F2121}" dt="2026-01-21T09:54:03.412" v="3311" actId="1076"/>
          <ac:picMkLst>
            <pc:docMk/>
            <pc:sldMk cId="924819385" sldId="351"/>
            <ac:picMk id="32" creationId="{0BC168A2-203F-AA89-6CB7-7147604D245B}"/>
          </ac:picMkLst>
        </pc:picChg>
        <pc:picChg chg="add mod">
          <ac:chgData name="Mansi Kunjam" userId="a81a3b44-78ee-415d-8e61-b6c92f5974c8" providerId="ADAL" clId="{94EC9727-773F-4081-A467-B510B60F2121}" dt="2026-01-21T09:54:03.412" v="3311" actId="1076"/>
          <ac:picMkLst>
            <pc:docMk/>
            <pc:sldMk cId="924819385" sldId="351"/>
            <ac:picMk id="33" creationId="{C725F2D9-4F65-066B-EDCF-99D8891FDD6D}"/>
          </ac:picMkLst>
        </pc:picChg>
        <pc:picChg chg="add del mod">
          <ac:chgData name="Mansi Kunjam" userId="a81a3b44-78ee-415d-8e61-b6c92f5974c8" providerId="ADAL" clId="{94EC9727-773F-4081-A467-B510B60F2121}" dt="2026-01-21T13:32:39.378" v="10702" actId="1037"/>
          <ac:picMkLst>
            <pc:docMk/>
            <pc:sldMk cId="924819385" sldId="351"/>
            <ac:picMk id="39" creationId="{93603087-81BC-BFD7-FADF-F074D8FD5D4D}"/>
          </ac:picMkLst>
        </pc:picChg>
        <pc:picChg chg="add del mod">
          <ac:chgData name="Mansi Kunjam" userId="a81a3b44-78ee-415d-8e61-b6c92f5974c8" providerId="ADAL" clId="{94EC9727-773F-4081-A467-B510B60F2121}" dt="2026-01-21T09:54:32.323" v="3326" actId="478"/>
          <ac:picMkLst>
            <pc:docMk/>
            <pc:sldMk cId="924819385" sldId="351"/>
            <ac:picMk id="40" creationId="{E20CAE02-2A8F-3CEC-C4FC-7D7347D7F0DE}"/>
          </ac:picMkLst>
        </pc:picChg>
        <pc:cxnChg chg="add mod">
          <ac:chgData name="Mansi Kunjam" userId="a81a3b44-78ee-415d-8e61-b6c92f5974c8" providerId="ADAL" clId="{94EC9727-773F-4081-A467-B510B60F2121}" dt="2026-01-21T13:32:39.378" v="10702" actId="1037"/>
          <ac:cxnSpMkLst>
            <pc:docMk/>
            <pc:sldMk cId="924819385" sldId="351"/>
            <ac:cxnSpMk id="11" creationId="{665BC353-CA12-2EF9-A648-4DF61FA09C83}"/>
          </ac:cxnSpMkLst>
        </pc:cxnChg>
        <pc:cxnChg chg="del mod">
          <ac:chgData name="Mansi Kunjam" userId="a81a3b44-78ee-415d-8e61-b6c92f5974c8" providerId="ADAL" clId="{94EC9727-773F-4081-A467-B510B60F2121}" dt="2026-01-21T09:51:01.967" v="3114" actId="478"/>
          <ac:cxnSpMkLst>
            <pc:docMk/>
            <pc:sldMk cId="924819385" sldId="351"/>
            <ac:cxnSpMk id="12" creationId="{74ADC9A7-F803-2DC3-D620-781A6247F863}"/>
          </ac:cxnSpMkLst>
        </pc:cxnChg>
        <pc:cxnChg chg="add del mod">
          <ac:chgData name="Mansi Kunjam" userId="a81a3b44-78ee-415d-8e61-b6c92f5974c8" providerId="ADAL" clId="{94EC9727-773F-4081-A467-B510B60F2121}" dt="2026-01-21T09:50:56.691" v="3110" actId="478"/>
          <ac:cxnSpMkLst>
            <pc:docMk/>
            <pc:sldMk cId="924819385" sldId="351"/>
            <ac:cxnSpMk id="13" creationId="{E6CEAC0A-F096-3C92-E667-5150583C3F23}"/>
          </ac:cxnSpMkLst>
        </pc:cxnChg>
        <pc:cxnChg chg="add del mod">
          <ac:chgData name="Mansi Kunjam" userId="a81a3b44-78ee-415d-8e61-b6c92f5974c8" providerId="ADAL" clId="{94EC9727-773F-4081-A467-B510B60F2121}" dt="2026-01-21T09:51:01.176" v="3113" actId="478"/>
          <ac:cxnSpMkLst>
            <pc:docMk/>
            <pc:sldMk cId="924819385" sldId="351"/>
            <ac:cxnSpMk id="14" creationId="{23ADD92F-E7EC-30CD-3FFD-5FED6C514D46}"/>
          </ac:cxnSpMkLst>
        </pc:cxnChg>
        <pc:cxnChg chg="del">
          <ac:chgData name="Mansi Kunjam" userId="a81a3b44-78ee-415d-8e61-b6c92f5974c8" providerId="ADAL" clId="{94EC9727-773F-4081-A467-B510B60F2121}" dt="2026-01-21T09:50:58.173" v="3111" actId="478"/>
          <ac:cxnSpMkLst>
            <pc:docMk/>
            <pc:sldMk cId="924819385" sldId="351"/>
            <ac:cxnSpMk id="15" creationId="{B39F44BF-9AB3-FD10-A01B-517CCCEDAB81}"/>
          </ac:cxnSpMkLst>
        </pc:cxnChg>
        <pc:cxnChg chg="add mod">
          <ac:chgData name="Mansi Kunjam" userId="a81a3b44-78ee-415d-8e61-b6c92f5974c8" providerId="ADAL" clId="{94EC9727-773F-4081-A467-B510B60F2121}" dt="2026-01-21T13:32:39.378" v="10702" actId="1037"/>
          <ac:cxnSpMkLst>
            <pc:docMk/>
            <pc:sldMk cId="924819385" sldId="351"/>
            <ac:cxnSpMk id="17" creationId="{998CCC81-C73A-949B-9F0C-05699D2EB06F}"/>
          </ac:cxnSpMkLst>
        </pc:cxnChg>
        <pc:cxnChg chg="add mod">
          <ac:chgData name="Mansi Kunjam" userId="a81a3b44-78ee-415d-8e61-b6c92f5974c8" providerId="ADAL" clId="{94EC9727-773F-4081-A467-B510B60F2121}" dt="2026-01-21T09:55:50.279" v="3379" actId="1076"/>
          <ac:cxnSpMkLst>
            <pc:docMk/>
            <pc:sldMk cId="924819385" sldId="351"/>
            <ac:cxnSpMk id="45" creationId="{C4221911-2693-C35B-7F5F-33E2FE3C8E23}"/>
          </ac:cxnSpMkLst>
        </pc:cxnChg>
      </pc:sldChg>
      <pc:sldChg chg="addSp delSp modSp add mod">
        <pc:chgData name="Mansi Kunjam" userId="a81a3b44-78ee-415d-8e61-b6c92f5974c8" providerId="ADAL" clId="{94EC9727-773F-4081-A467-B510B60F2121}" dt="2026-01-21T09:49:45.846" v="3102" actId="1076"/>
        <pc:sldMkLst>
          <pc:docMk/>
          <pc:sldMk cId="1649519770" sldId="352"/>
        </pc:sldMkLst>
        <pc:spChg chg="mod">
          <ac:chgData name="Mansi Kunjam" userId="a81a3b44-78ee-415d-8e61-b6c92f5974c8" providerId="ADAL" clId="{94EC9727-773F-4081-A467-B510B60F2121}" dt="2026-01-21T09:46:06.253" v="2915" actId="1076"/>
          <ac:spMkLst>
            <pc:docMk/>
            <pc:sldMk cId="1649519770" sldId="352"/>
            <ac:spMk id="2" creationId="{CC479E36-D811-1C41-3ACA-CC2FC8708246}"/>
          </ac:spMkLst>
        </pc:spChg>
        <pc:spChg chg="add del mod">
          <ac:chgData name="Mansi Kunjam" userId="a81a3b44-78ee-415d-8e61-b6c92f5974c8" providerId="ADAL" clId="{94EC9727-773F-4081-A467-B510B60F2121}" dt="2026-01-21T09:43:17.323" v="2824" actId="478"/>
          <ac:spMkLst>
            <pc:docMk/>
            <pc:sldMk cId="1649519770" sldId="352"/>
            <ac:spMk id="4" creationId="{B9F16152-DFE9-884F-541E-DDC539128DCE}"/>
          </ac:spMkLst>
        </pc:spChg>
        <pc:spChg chg="add del mod">
          <ac:chgData name="Mansi Kunjam" userId="a81a3b44-78ee-415d-8e61-b6c92f5974c8" providerId="ADAL" clId="{94EC9727-773F-4081-A467-B510B60F2121}" dt="2026-01-21T09:49:45.846" v="3102" actId="1076"/>
          <ac:spMkLst>
            <pc:docMk/>
            <pc:sldMk cId="1649519770" sldId="352"/>
            <ac:spMk id="5" creationId="{FA1C9EB2-8994-D4BD-321E-C7195A1AF83D}"/>
          </ac:spMkLst>
        </pc:spChg>
        <pc:spChg chg="add del mod">
          <ac:chgData name="Mansi Kunjam" userId="a81a3b44-78ee-415d-8e61-b6c92f5974c8" providerId="ADAL" clId="{94EC9727-773F-4081-A467-B510B60F2121}" dt="2026-01-21T09:42:52.715" v="2818" actId="478"/>
          <ac:spMkLst>
            <pc:docMk/>
            <pc:sldMk cId="1649519770" sldId="352"/>
            <ac:spMk id="6" creationId="{A35B7BD8-7D1C-E728-9A26-C5B3AECEED71}"/>
          </ac:spMkLst>
        </pc:spChg>
        <pc:spChg chg="add mod">
          <ac:chgData name="Mansi Kunjam" userId="a81a3b44-78ee-415d-8e61-b6c92f5974c8" providerId="ADAL" clId="{94EC9727-773F-4081-A467-B510B60F2121}" dt="2026-01-21T09:49:45.846" v="3102" actId="1076"/>
          <ac:spMkLst>
            <pc:docMk/>
            <pc:sldMk cId="1649519770" sldId="352"/>
            <ac:spMk id="7" creationId="{C1922D94-4925-A875-831E-C142939158BF}"/>
          </ac:spMkLst>
        </pc:spChg>
        <pc:spChg chg="add mod">
          <ac:chgData name="Mansi Kunjam" userId="a81a3b44-78ee-415d-8e61-b6c92f5974c8" providerId="ADAL" clId="{94EC9727-773F-4081-A467-B510B60F2121}" dt="2026-01-21T09:49:45.846" v="3102" actId="1076"/>
          <ac:spMkLst>
            <pc:docMk/>
            <pc:sldMk cId="1649519770" sldId="352"/>
            <ac:spMk id="8" creationId="{AA86D246-3CE9-2EA0-99FA-4D270624BC5D}"/>
          </ac:spMkLst>
        </pc:spChg>
        <pc:spChg chg="add mod">
          <ac:chgData name="Mansi Kunjam" userId="a81a3b44-78ee-415d-8e61-b6c92f5974c8" providerId="ADAL" clId="{94EC9727-773F-4081-A467-B510B60F2121}" dt="2026-01-21T09:45:23.100" v="2902"/>
          <ac:spMkLst>
            <pc:docMk/>
            <pc:sldMk cId="1649519770" sldId="352"/>
            <ac:spMk id="9" creationId="{743B1FD8-8992-3D99-F918-9C6F656ECD84}"/>
          </ac:spMkLst>
        </pc:spChg>
        <pc:spChg chg="add mod">
          <ac:chgData name="Mansi Kunjam" userId="a81a3b44-78ee-415d-8e61-b6c92f5974c8" providerId="ADAL" clId="{94EC9727-773F-4081-A467-B510B60F2121}" dt="2026-01-21T09:49:45.846" v="3102" actId="1076"/>
          <ac:spMkLst>
            <pc:docMk/>
            <pc:sldMk cId="1649519770" sldId="352"/>
            <ac:spMk id="10" creationId="{1444AA86-F9A3-3B5E-C19F-4D41C5E588F1}"/>
          </ac:spMkLst>
        </pc:spChg>
        <pc:spChg chg="add mod">
          <ac:chgData name="Mansi Kunjam" userId="a81a3b44-78ee-415d-8e61-b6c92f5974c8" providerId="ADAL" clId="{94EC9727-773F-4081-A467-B510B60F2121}" dt="2026-01-21T09:49:45.846" v="3102" actId="1076"/>
          <ac:spMkLst>
            <pc:docMk/>
            <pc:sldMk cId="1649519770" sldId="352"/>
            <ac:spMk id="11" creationId="{A01849CC-8530-243A-85B0-3130C295F645}"/>
          </ac:spMkLst>
        </pc:spChg>
        <pc:spChg chg="add mod">
          <ac:chgData name="Mansi Kunjam" userId="a81a3b44-78ee-415d-8e61-b6c92f5974c8" providerId="ADAL" clId="{94EC9727-773F-4081-A467-B510B60F2121}" dt="2026-01-21T09:49:45.846" v="3102" actId="1076"/>
          <ac:spMkLst>
            <pc:docMk/>
            <pc:sldMk cId="1649519770" sldId="352"/>
            <ac:spMk id="12" creationId="{A481A22A-2A4F-54A8-C4B8-CFDFB01B7C9D}"/>
          </ac:spMkLst>
        </pc:spChg>
        <pc:spChg chg="add mod">
          <ac:chgData name="Mansi Kunjam" userId="a81a3b44-78ee-415d-8e61-b6c92f5974c8" providerId="ADAL" clId="{94EC9727-773F-4081-A467-B510B60F2121}" dt="2026-01-21T09:49:41.861" v="3101" actId="1076"/>
          <ac:spMkLst>
            <pc:docMk/>
            <pc:sldMk cId="1649519770" sldId="352"/>
            <ac:spMk id="13" creationId="{566CD3A2-E483-4450-23A5-5EDAA2A4A1A2}"/>
          </ac:spMkLst>
        </pc:spChg>
      </pc:sldChg>
      <pc:sldChg chg="addSp delSp modSp add mod">
        <pc:chgData name="Mansi Kunjam" userId="a81a3b44-78ee-415d-8e61-b6c92f5974c8" providerId="ADAL" clId="{94EC9727-773F-4081-A467-B510B60F2121}" dt="2026-01-21T09:42:01.905" v="2813" actId="1076"/>
        <pc:sldMkLst>
          <pc:docMk/>
          <pc:sldMk cId="1181528949" sldId="353"/>
        </pc:sldMkLst>
        <pc:spChg chg="mod">
          <ac:chgData name="Mansi Kunjam" userId="a81a3b44-78ee-415d-8e61-b6c92f5974c8" providerId="ADAL" clId="{94EC9727-773F-4081-A467-B510B60F2121}" dt="2026-01-21T09:41:46.332" v="2811" actId="14100"/>
          <ac:spMkLst>
            <pc:docMk/>
            <pc:sldMk cId="1181528949" sldId="353"/>
            <ac:spMk id="2" creationId="{76D28EB3-B8A1-0AC1-19CD-D206F19E31E7}"/>
          </ac:spMkLst>
        </pc:spChg>
        <pc:spChg chg="mod">
          <ac:chgData name="Mansi Kunjam" userId="a81a3b44-78ee-415d-8e61-b6c92f5974c8" providerId="ADAL" clId="{94EC9727-773F-4081-A467-B510B60F2121}" dt="2026-01-21T09:42:01.905" v="2813" actId="1076"/>
          <ac:spMkLst>
            <pc:docMk/>
            <pc:sldMk cId="1181528949" sldId="353"/>
            <ac:spMk id="3" creationId="{611FE33E-52D6-BCBB-D601-826CC0B76665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4" creationId="{738CEB11-75EB-C0A6-B123-697A26A3DF17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9" creationId="{377E95FA-FA6E-BC2E-A078-19591C564611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10" creationId="{6752A38C-6FDA-A6BD-96AB-B9CF3BB2DCF8}"/>
          </ac:spMkLst>
        </pc:spChg>
        <pc:spChg chg="add del mod">
          <ac:chgData name="Mansi Kunjam" userId="a81a3b44-78ee-415d-8e61-b6c92f5974c8" providerId="ADAL" clId="{94EC9727-773F-4081-A467-B510B60F2121}" dt="2026-01-21T09:28:24.019" v="2406" actId="478"/>
          <ac:spMkLst>
            <pc:docMk/>
            <pc:sldMk cId="1181528949" sldId="353"/>
            <ac:spMk id="11" creationId="{EB3BEE5E-4A9E-3BE3-1553-F8A4DCAB835B}"/>
          </ac:spMkLst>
        </pc:spChg>
        <pc:spChg chg="add del mod">
          <ac:chgData name="Mansi Kunjam" userId="a81a3b44-78ee-415d-8e61-b6c92f5974c8" providerId="ADAL" clId="{94EC9727-773F-4081-A467-B510B60F2121}" dt="2026-01-21T09:28:47.297" v="2416" actId="478"/>
          <ac:spMkLst>
            <pc:docMk/>
            <pc:sldMk cId="1181528949" sldId="353"/>
            <ac:spMk id="13" creationId="{5781726F-5B71-6193-1B37-2BC8792B080A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14" creationId="{B0CE7460-5A0F-69F4-BC8E-E708594AE423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15" creationId="{E5C7EFEA-3A4E-E75A-CA2D-DAC1EC9A9591}"/>
          </ac:spMkLst>
        </pc:spChg>
        <pc:spChg chg="add mod or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18" creationId="{3F0AD2DB-0A75-47F0-6EAC-7AD09D38333B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19" creationId="{B5F30B2D-EDBE-AB60-C34C-0BB9A0687D5C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20" creationId="{19B34A6C-D1A2-03FE-846D-3C0CDD60E127}"/>
          </ac:spMkLst>
        </pc:spChg>
        <pc:spChg chg="add mod">
          <ac:chgData name="Mansi Kunjam" userId="a81a3b44-78ee-415d-8e61-b6c92f5974c8" providerId="ADAL" clId="{94EC9727-773F-4081-A467-B510B60F2121}" dt="2026-01-21T09:41:51.623" v="2812" actId="1076"/>
          <ac:spMkLst>
            <pc:docMk/>
            <pc:sldMk cId="1181528949" sldId="353"/>
            <ac:spMk id="21" creationId="{D2566C20-EA42-4015-6490-B43FAEDBDC24}"/>
          </ac:spMkLst>
        </pc:spChg>
        <pc:spChg chg="add mod ord">
          <ac:chgData name="Mansi Kunjam" userId="a81a3b44-78ee-415d-8e61-b6c92f5974c8" providerId="ADAL" clId="{94EC9727-773F-4081-A467-B510B60F2121}" dt="2026-01-21T09:39:32.183" v="2746" actId="1076"/>
          <ac:spMkLst>
            <pc:docMk/>
            <pc:sldMk cId="1181528949" sldId="353"/>
            <ac:spMk id="22" creationId="{F1FD6910-9C71-0AC3-698A-488FEC9CAEC7}"/>
          </ac:spMkLst>
        </pc:spChg>
        <pc:spChg chg="add mod">
          <ac:chgData name="Mansi Kunjam" userId="a81a3b44-78ee-415d-8e61-b6c92f5974c8" providerId="ADAL" clId="{94EC9727-773F-4081-A467-B510B60F2121}" dt="2026-01-21T09:39:29" v="2742" actId="1076"/>
          <ac:spMkLst>
            <pc:docMk/>
            <pc:sldMk cId="1181528949" sldId="353"/>
            <ac:spMk id="24" creationId="{F565DEA9-F085-88BA-61C1-F9A9466ABE46}"/>
          </ac:spMkLst>
        </pc:spChg>
        <pc:picChg chg="add mod">
          <ac:chgData name="Mansi Kunjam" userId="a81a3b44-78ee-415d-8e61-b6c92f5974c8" providerId="ADAL" clId="{94EC9727-773F-4081-A467-B510B60F2121}" dt="2026-01-21T09:36:51.571" v="2638" actId="1076"/>
          <ac:picMkLst>
            <pc:docMk/>
            <pc:sldMk cId="1181528949" sldId="353"/>
            <ac:picMk id="6" creationId="{6F15C674-4E8D-D869-D0C3-E33FD91BABA5}"/>
          </ac:picMkLst>
        </pc:picChg>
        <pc:picChg chg="add mod">
          <ac:chgData name="Mansi Kunjam" userId="a81a3b44-78ee-415d-8e61-b6c92f5974c8" providerId="ADAL" clId="{94EC9727-773F-4081-A467-B510B60F2121}" dt="2026-01-21T09:41:51.623" v="2812" actId="1076"/>
          <ac:picMkLst>
            <pc:docMk/>
            <pc:sldMk cId="1181528949" sldId="353"/>
            <ac:picMk id="8" creationId="{2E43E2AD-0DAF-13F9-9F25-A1AF49CCF79E}"/>
          </ac:picMkLst>
        </pc:picChg>
        <pc:picChg chg="add mod">
          <ac:chgData name="Mansi Kunjam" userId="a81a3b44-78ee-415d-8e61-b6c92f5974c8" providerId="ADAL" clId="{94EC9727-773F-4081-A467-B510B60F2121}" dt="2026-01-21T09:40:58.043" v="2764" actId="1076"/>
          <ac:picMkLst>
            <pc:docMk/>
            <pc:sldMk cId="1181528949" sldId="353"/>
            <ac:picMk id="17" creationId="{1C5F8953-DB60-CCA0-12AD-6D50110C0599}"/>
          </ac:picMkLst>
        </pc:picChg>
        <pc:picChg chg="add mod">
          <ac:chgData name="Mansi Kunjam" userId="a81a3b44-78ee-415d-8e61-b6c92f5974c8" providerId="ADAL" clId="{94EC9727-773F-4081-A467-B510B60F2121}" dt="2026-01-21T09:39:29" v="2742" actId="1076"/>
          <ac:picMkLst>
            <pc:docMk/>
            <pc:sldMk cId="1181528949" sldId="353"/>
            <ac:picMk id="23" creationId="{7B71DF4A-913F-E0A1-1A74-69CB4BB0F813}"/>
          </ac:picMkLst>
        </pc:picChg>
      </pc:sldChg>
      <pc:sldChg chg="addSp delSp modSp add mod">
        <pc:chgData name="Mansi Kunjam" userId="a81a3b44-78ee-415d-8e61-b6c92f5974c8" providerId="ADAL" clId="{94EC9727-773F-4081-A467-B510B60F2121}" dt="2026-01-21T09:20:17.814" v="2241" actId="255"/>
        <pc:sldMkLst>
          <pc:docMk/>
          <pc:sldMk cId="2663117134" sldId="354"/>
        </pc:sldMkLst>
        <pc:spChg chg="mod">
          <ac:chgData name="Mansi Kunjam" userId="a81a3b44-78ee-415d-8e61-b6c92f5974c8" providerId="ADAL" clId="{94EC9727-773F-4081-A467-B510B60F2121}" dt="2026-01-21T09:14:20.082" v="2082" actId="1076"/>
          <ac:spMkLst>
            <pc:docMk/>
            <pc:sldMk cId="2663117134" sldId="354"/>
            <ac:spMk id="2" creationId="{4B6CDA08-619E-ABEA-2D23-68568213F9C5}"/>
          </ac:spMkLst>
        </pc:spChg>
        <pc:spChg chg="add mod">
          <ac:chgData name="Mansi Kunjam" userId="a81a3b44-78ee-415d-8e61-b6c92f5974c8" providerId="ADAL" clId="{94EC9727-773F-4081-A467-B510B60F2121}" dt="2026-01-21T09:20:13.611" v="2240" actId="1076"/>
          <ac:spMkLst>
            <pc:docMk/>
            <pc:sldMk cId="2663117134" sldId="354"/>
            <ac:spMk id="4" creationId="{26EF3385-0ECC-6C5C-83AE-06FAB9B6E7FA}"/>
          </ac:spMkLst>
        </pc:spChg>
        <pc:spChg chg="add del mod">
          <ac:chgData name="Mansi Kunjam" userId="a81a3b44-78ee-415d-8e61-b6c92f5974c8" providerId="ADAL" clId="{94EC9727-773F-4081-A467-B510B60F2121}" dt="2026-01-21T09:17:30.074" v="2184" actId="478"/>
          <ac:spMkLst>
            <pc:docMk/>
            <pc:sldMk cId="2663117134" sldId="354"/>
            <ac:spMk id="5" creationId="{B67C0FF8-339F-DF41-C35B-2E6EFC693783}"/>
          </ac:spMkLst>
        </pc:spChg>
        <pc:spChg chg="add mod">
          <ac:chgData name="Mansi Kunjam" userId="a81a3b44-78ee-415d-8e61-b6c92f5974c8" providerId="ADAL" clId="{94EC9727-773F-4081-A467-B510B60F2121}" dt="2026-01-21T09:20:13.611" v="2240" actId="1076"/>
          <ac:spMkLst>
            <pc:docMk/>
            <pc:sldMk cId="2663117134" sldId="354"/>
            <ac:spMk id="6" creationId="{2337B231-D1C0-DDDB-B134-53C793195B55}"/>
          </ac:spMkLst>
        </pc:spChg>
        <pc:spChg chg="add mod">
          <ac:chgData name="Mansi Kunjam" userId="a81a3b44-78ee-415d-8e61-b6c92f5974c8" providerId="ADAL" clId="{94EC9727-773F-4081-A467-B510B60F2121}" dt="2026-01-21T09:20:13.611" v="2240" actId="1076"/>
          <ac:spMkLst>
            <pc:docMk/>
            <pc:sldMk cId="2663117134" sldId="354"/>
            <ac:spMk id="7" creationId="{C5A29C9B-7A73-A0D0-8641-7E9F3D4880FD}"/>
          </ac:spMkLst>
        </pc:spChg>
        <pc:spChg chg="add mod">
          <ac:chgData name="Mansi Kunjam" userId="a81a3b44-78ee-415d-8e61-b6c92f5974c8" providerId="ADAL" clId="{94EC9727-773F-4081-A467-B510B60F2121}" dt="2026-01-21T09:20:13.611" v="2240" actId="1076"/>
          <ac:spMkLst>
            <pc:docMk/>
            <pc:sldMk cId="2663117134" sldId="354"/>
            <ac:spMk id="8" creationId="{6C9EAD1F-F59A-ED8F-96F8-D5E6E48F1465}"/>
          </ac:spMkLst>
        </pc:spChg>
        <pc:spChg chg="add mod">
          <ac:chgData name="Mansi Kunjam" userId="a81a3b44-78ee-415d-8e61-b6c92f5974c8" providerId="ADAL" clId="{94EC9727-773F-4081-A467-B510B60F2121}" dt="2026-01-21T09:20:13.611" v="2240" actId="1076"/>
          <ac:spMkLst>
            <pc:docMk/>
            <pc:sldMk cId="2663117134" sldId="354"/>
            <ac:spMk id="9" creationId="{A4070273-C37D-7C4F-0CAA-D4C20480E3BC}"/>
          </ac:spMkLst>
        </pc:spChg>
        <pc:spChg chg="add del mod">
          <ac:chgData name="Mansi Kunjam" userId="a81a3b44-78ee-415d-8e61-b6c92f5974c8" providerId="ADAL" clId="{94EC9727-773F-4081-A467-B510B60F2121}" dt="2026-01-21T09:17:48.004" v="2192" actId="478"/>
          <ac:spMkLst>
            <pc:docMk/>
            <pc:sldMk cId="2663117134" sldId="354"/>
            <ac:spMk id="11" creationId="{E0863CC8-E1C7-FE29-9DFF-AD9F90860006}"/>
          </ac:spMkLst>
        </pc:spChg>
        <pc:spChg chg="add mod">
          <ac:chgData name="Mansi Kunjam" userId="a81a3b44-78ee-415d-8e61-b6c92f5974c8" providerId="ADAL" clId="{94EC9727-773F-4081-A467-B510B60F2121}" dt="2026-01-21T09:20:13.611" v="2240" actId="1076"/>
          <ac:spMkLst>
            <pc:docMk/>
            <pc:sldMk cId="2663117134" sldId="354"/>
            <ac:spMk id="12" creationId="{0D91EDE0-0380-96B7-B59F-D7A37900DEAE}"/>
          </ac:spMkLst>
        </pc:spChg>
        <pc:spChg chg="add mod">
          <ac:chgData name="Mansi Kunjam" userId="a81a3b44-78ee-415d-8e61-b6c92f5974c8" providerId="ADAL" clId="{94EC9727-773F-4081-A467-B510B60F2121}" dt="2026-01-21T09:20:17.814" v="2241" actId="255"/>
          <ac:spMkLst>
            <pc:docMk/>
            <pc:sldMk cId="2663117134" sldId="354"/>
            <ac:spMk id="31" creationId="{D63C6DDB-4C1D-9FA2-1A64-4CE60D17A1B9}"/>
          </ac:spMkLst>
        </pc:spChg>
        <pc:cxnChg chg="add mod">
          <ac:chgData name="Mansi Kunjam" userId="a81a3b44-78ee-415d-8e61-b6c92f5974c8" providerId="ADAL" clId="{94EC9727-773F-4081-A467-B510B60F2121}" dt="2026-01-21T09:20:13.611" v="2240" actId="1076"/>
          <ac:cxnSpMkLst>
            <pc:docMk/>
            <pc:sldMk cId="2663117134" sldId="354"/>
            <ac:cxnSpMk id="14" creationId="{8033A8BC-6767-5AD4-66B4-320A2F622715}"/>
          </ac:cxnSpMkLst>
        </pc:cxnChg>
        <pc:cxnChg chg="add mod">
          <ac:chgData name="Mansi Kunjam" userId="a81a3b44-78ee-415d-8e61-b6c92f5974c8" providerId="ADAL" clId="{94EC9727-773F-4081-A467-B510B60F2121}" dt="2026-01-21T09:19:42.784" v="2228" actId="14100"/>
          <ac:cxnSpMkLst>
            <pc:docMk/>
            <pc:sldMk cId="2663117134" sldId="354"/>
            <ac:cxnSpMk id="19" creationId="{D483F9A9-A562-5A22-DC79-C96996F03691}"/>
          </ac:cxnSpMkLst>
        </pc:cxnChg>
        <pc:cxnChg chg="add mod">
          <ac:chgData name="Mansi Kunjam" userId="a81a3b44-78ee-415d-8e61-b6c92f5974c8" providerId="ADAL" clId="{94EC9727-773F-4081-A467-B510B60F2121}" dt="2026-01-21T09:20:13.611" v="2240" actId="1076"/>
          <ac:cxnSpMkLst>
            <pc:docMk/>
            <pc:sldMk cId="2663117134" sldId="354"/>
            <ac:cxnSpMk id="20" creationId="{1BBE37B5-1CED-793B-85C0-1F8AD91027A9}"/>
          </ac:cxnSpMkLst>
        </pc:cxnChg>
        <pc:cxnChg chg="add mod">
          <ac:chgData name="Mansi Kunjam" userId="a81a3b44-78ee-415d-8e61-b6c92f5974c8" providerId="ADAL" clId="{94EC9727-773F-4081-A467-B510B60F2121}" dt="2026-01-21T09:20:13.611" v="2240" actId="1076"/>
          <ac:cxnSpMkLst>
            <pc:docMk/>
            <pc:sldMk cId="2663117134" sldId="354"/>
            <ac:cxnSpMk id="21" creationId="{120C5693-E7DE-0CB2-8932-2FEC3AB93230}"/>
          </ac:cxnSpMkLst>
        </pc:cxnChg>
        <pc:cxnChg chg="add mod">
          <ac:chgData name="Mansi Kunjam" userId="a81a3b44-78ee-415d-8e61-b6c92f5974c8" providerId="ADAL" clId="{94EC9727-773F-4081-A467-B510B60F2121}" dt="2026-01-21T09:20:13.611" v="2240" actId="1076"/>
          <ac:cxnSpMkLst>
            <pc:docMk/>
            <pc:sldMk cId="2663117134" sldId="354"/>
            <ac:cxnSpMk id="25" creationId="{8D78F07F-88A2-C771-388C-CEE654B4BA21}"/>
          </ac:cxnSpMkLst>
        </pc:cxnChg>
        <pc:cxnChg chg="add del mod">
          <ac:chgData name="Mansi Kunjam" userId="a81a3b44-78ee-415d-8e61-b6c92f5974c8" providerId="ADAL" clId="{94EC9727-773F-4081-A467-B510B60F2121}" dt="2026-01-21T09:19:33.837" v="2225" actId="478"/>
          <ac:cxnSpMkLst>
            <pc:docMk/>
            <pc:sldMk cId="2663117134" sldId="354"/>
            <ac:cxnSpMk id="28" creationId="{CFF926B8-2EB1-9323-6A89-E8CC5865CBFA}"/>
          </ac:cxnSpMkLst>
        </pc:cxnChg>
      </pc:sldChg>
      <pc:sldChg chg="add del">
        <pc:chgData name="Mansi Kunjam" userId="a81a3b44-78ee-415d-8e61-b6c92f5974c8" providerId="ADAL" clId="{94EC9727-773F-4081-A467-B510B60F2121}" dt="2026-01-21T10:07:51.156" v="3518" actId="2696"/>
        <pc:sldMkLst>
          <pc:docMk/>
          <pc:sldMk cId="781219429" sldId="355"/>
        </pc:sldMkLst>
      </pc:sldChg>
      <pc:sldChg chg="addSp delSp modSp add mod">
        <pc:chgData name="Mansi Kunjam" userId="a81a3b44-78ee-415d-8e61-b6c92f5974c8" providerId="ADAL" clId="{94EC9727-773F-4081-A467-B510B60F2121}" dt="2026-01-21T13:16:39.749" v="10533" actId="1076"/>
        <pc:sldMkLst>
          <pc:docMk/>
          <pc:sldMk cId="2983850809" sldId="355"/>
        </pc:sldMkLst>
        <pc:spChg chg="add mod">
          <ac:chgData name="Mansi Kunjam" userId="a81a3b44-78ee-415d-8e61-b6c92f5974c8" providerId="ADAL" clId="{94EC9727-773F-4081-A467-B510B60F2121}" dt="2026-01-21T10:54:18.107" v="4950" actId="208"/>
          <ac:spMkLst>
            <pc:docMk/>
            <pc:sldMk cId="2983850809" sldId="355"/>
            <ac:spMk id="2" creationId="{0BD6DDE3-F23C-A2AB-7415-08F9BBCE780F}"/>
          </ac:spMkLst>
        </pc:spChg>
        <pc:spChg chg="mod">
          <ac:chgData name="Mansi Kunjam" userId="a81a3b44-78ee-415d-8e61-b6c92f5974c8" providerId="ADAL" clId="{94EC9727-773F-4081-A467-B510B60F2121}" dt="2026-01-21T13:16:39.749" v="10533" actId="1076"/>
          <ac:spMkLst>
            <pc:docMk/>
            <pc:sldMk cId="2983850809" sldId="355"/>
            <ac:spMk id="3" creationId="{CEC0988B-59F1-0BAC-8ED4-679348DB9077}"/>
          </ac:spMkLst>
        </pc:spChg>
        <pc:picChg chg="del">
          <ac:chgData name="Mansi Kunjam" userId="a81a3b44-78ee-415d-8e61-b6c92f5974c8" providerId="ADAL" clId="{94EC9727-773F-4081-A467-B510B60F2121}" dt="2026-01-21T10:39:10.886" v="3560" actId="478"/>
          <ac:picMkLst>
            <pc:docMk/>
            <pc:sldMk cId="2983850809" sldId="355"/>
            <ac:picMk id="4" creationId="{E67E859F-6D3D-40CD-C9E4-24B2C8DB42F8}"/>
          </ac:picMkLst>
        </pc:picChg>
      </pc:sldChg>
      <pc:sldChg chg="modSp add mod">
        <pc:chgData name="Mansi Kunjam" userId="a81a3b44-78ee-415d-8e61-b6c92f5974c8" providerId="ADAL" clId="{94EC9727-773F-4081-A467-B510B60F2121}" dt="2026-01-21T10:54:17.418" v="4949" actId="208"/>
        <pc:sldMkLst>
          <pc:docMk/>
          <pc:sldMk cId="4138961800" sldId="356"/>
        </pc:sldMkLst>
        <pc:spChg chg="mod">
          <ac:chgData name="Mansi Kunjam" userId="a81a3b44-78ee-415d-8e61-b6c92f5974c8" providerId="ADAL" clId="{94EC9727-773F-4081-A467-B510B60F2121}" dt="2026-01-21T10:54:17.418" v="4949" actId="208"/>
          <ac:spMkLst>
            <pc:docMk/>
            <pc:sldMk cId="4138961800" sldId="356"/>
            <ac:spMk id="2" creationId="{74BC8A53-CD82-E02E-4962-920EA955C1B2}"/>
          </ac:spMkLst>
        </pc:spChg>
      </pc:sldChg>
      <pc:sldChg chg="modSp add mod">
        <pc:chgData name="Mansi Kunjam" userId="a81a3b44-78ee-415d-8e61-b6c92f5974c8" providerId="ADAL" clId="{94EC9727-773F-4081-A467-B510B60F2121}" dt="2026-01-21T10:54:16.436" v="4948" actId="208"/>
        <pc:sldMkLst>
          <pc:docMk/>
          <pc:sldMk cId="3208999683" sldId="357"/>
        </pc:sldMkLst>
        <pc:spChg chg="mod">
          <ac:chgData name="Mansi Kunjam" userId="a81a3b44-78ee-415d-8e61-b6c92f5974c8" providerId="ADAL" clId="{94EC9727-773F-4081-A467-B510B60F2121}" dt="2026-01-21T10:54:16.436" v="4948" actId="208"/>
          <ac:spMkLst>
            <pc:docMk/>
            <pc:sldMk cId="3208999683" sldId="357"/>
            <ac:spMk id="2" creationId="{85AAE246-FED0-794B-16AC-7A0720137DAE}"/>
          </ac:spMkLst>
        </pc:spChg>
      </pc:sldChg>
      <pc:sldChg chg="modSp add mod">
        <pc:chgData name="Mansi Kunjam" userId="a81a3b44-78ee-415d-8e61-b6c92f5974c8" providerId="ADAL" clId="{94EC9727-773F-4081-A467-B510B60F2121}" dt="2026-01-21T10:54:15.989" v="4947" actId="208"/>
        <pc:sldMkLst>
          <pc:docMk/>
          <pc:sldMk cId="2363493961" sldId="358"/>
        </pc:sldMkLst>
        <pc:spChg chg="mod">
          <ac:chgData name="Mansi Kunjam" userId="a81a3b44-78ee-415d-8e61-b6c92f5974c8" providerId="ADAL" clId="{94EC9727-773F-4081-A467-B510B60F2121}" dt="2026-01-21T10:54:15.989" v="4947" actId="208"/>
          <ac:spMkLst>
            <pc:docMk/>
            <pc:sldMk cId="2363493961" sldId="358"/>
            <ac:spMk id="2" creationId="{07813AA3-6A99-4D26-1FA4-A3221903F839}"/>
          </ac:spMkLst>
        </pc:spChg>
      </pc:sldChg>
      <pc:sldChg chg="modSp add mod">
        <pc:chgData name="Mansi Kunjam" userId="a81a3b44-78ee-415d-8e61-b6c92f5974c8" providerId="ADAL" clId="{94EC9727-773F-4081-A467-B510B60F2121}" dt="2026-01-21T10:51:30.443" v="4906" actId="20577"/>
        <pc:sldMkLst>
          <pc:docMk/>
          <pc:sldMk cId="2239570754" sldId="359"/>
        </pc:sldMkLst>
        <pc:spChg chg="mod">
          <ac:chgData name="Mansi Kunjam" userId="a81a3b44-78ee-415d-8e61-b6c92f5974c8" providerId="ADAL" clId="{94EC9727-773F-4081-A467-B510B60F2121}" dt="2026-01-21T10:51:30.443" v="4906" actId="20577"/>
          <ac:spMkLst>
            <pc:docMk/>
            <pc:sldMk cId="2239570754" sldId="359"/>
            <ac:spMk id="2" creationId="{6303F908-AB2B-A393-2E52-8A1238354A5B}"/>
          </ac:spMkLst>
        </pc:spChg>
        <pc:spChg chg="mod">
          <ac:chgData name="Mansi Kunjam" userId="a81a3b44-78ee-415d-8e61-b6c92f5974c8" providerId="ADAL" clId="{94EC9727-773F-4081-A467-B510B60F2121}" dt="2026-01-21T10:48:10.588" v="4619" actId="1076"/>
          <ac:spMkLst>
            <pc:docMk/>
            <pc:sldMk cId="2239570754" sldId="359"/>
            <ac:spMk id="3" creationId="{5A222C0D-8BCA-C719-B80E-18201EFB67F2}"/>
          </ac:spMkLst>
        </pc:spChg>
      </pc:sldChg>
      <pc:sldChg chg="modSp add mod">
        <pc:chgData name="Mansi Kunjam" userId="a81a3b44-78ee-415d-8e61-b6c92f5974c8" providerId="ADAL" clId="{94EC9727-773F-4081-A467-B510B60F2121}" dt="2026-01-21T10:51:19.999" v="4884" actId="20577"/>
        <pc:sldMkLst>
          <pc:docMk/>
          <pc:sldMk cId="2493595980" sldId="360"/>
        </pc:sldMkLst>
        <pc:spChg chg="mod">
          <ac:chgData name="Mansi Kunjam" userId="a81a3b44-78ee-415d-8e61-b6c92f5974c8" providerId="ADAL" clId="{94EC9727-773F-4081-A467-B510B60F2121}" dt="2026-01-21T10:51:19.999" v="4884" actId="20577"/>
          <ac:spMkLst>
            <pc:docMk/>
            <pc:sldMk cId="2493595980" sldId="360"/>
            <ac:spMk id="2" creationId="{F5F3524A-EE50-EFDE-401B-16308D8E137D}"/>
          </ac:spMkLst>
        </pc:spChg>
      </pc:sldChg>
      <pc:sldChg chg="addSp delSp modSp add mod">
        <pc:chgData name="Mansi Kunjam" userId="a81a3b44-78ee-415d-8e61-b6c92f5974c8" providerId="ADAL" clId="{94EC9727-773F-4081-A467-B510B60F2121}" dt="2026-01-21T13:17:57.873" v="10536" actId="114"/>
        <pc:sldMkLst>
          <pc:docMk/>
          <pc:sldMk cId="1572255062" sldId="361"/>
        </pc:sldMkLst>
        <pc:spChg chg="add mod">
          <ac:chgData name="Mansi Kunjam" userId="a81a3b44-78ee-415d-8e61-b6c92f5974c8" providerId="ADAL" clId="{94EC9727-773F-4081-A467-B510B60F2121}" dt="2026-01-21T13:17:53.556" v="10534" actId="114"/>
          <ac:spMkLst>
            <pc:docMk/>
            <pc:sldMk cId="1572255062" sldId="361"/>
            <ac:spMk id="2" creationId="{19AAFE36-6EBF-7413-D777-559F6DA5B351}"/>
          </ac:spMkLst>
        </pc:spChg>
        <pc:spChg chg="mod">
          <ac:chgData name="Mansi Kunjam" userId="a81a3b44-78ee-415d-8e61-b6c92f5974c8" providerId="ADAL" clId="{94EC9727-773F-4081-A467-B510B60F2121}" dt="2026-01-21T11:01:13.123" v="5277" actId="1076"/>
          <ac:spMkLst>
            <pc:docMk/>
            <pc:sldMk cId="1572255062" sldId="361"/>
            <ac:spMk id="3" creationId="{95104AB2-1D46-54F8-B177-85E47DEE59D3}"/>
          </ac:spMkLst>
        </pc:spChg>
        <pc:spChg chg="add del mod">
          <ac:chgData name="Mansi Kunjam" userId="a81a3b44-78ee-415d-8e61-b6c92f5974c8" providerId="ADAL" clId="{94EC9727-773F-4081-A467-B510B60F2121}" dt="2026-01-21T10:56:17.517" v="5031" actId="478"/>
          <ac:spMkLst>
            <pc:docMk/>
            <pc:sldMk cId="1572255062" sldId="361"/>
            <ac:spMk id="5" creationId="{F37181B4-A82A-CAE9-B0E5-B101BF65A505}"/>
          </ac:spMkLst>
        </pc:spChg>
        <pc:spChg chg="add mod">
          <ac:chgData name="Mansi Kunjam" userId="a81a3b44-78ee-415d-8e61-b6c92f5974c8" providerId="ADAL" clId="{94EC9727-773F-4081-A467-B510B60F2121}" dt="2026-01-21T13:17:55.816" v="10535" actId="114"/>
          <ac:spMkLst>
            <pc:docMk/>
            <pc:sldMk cId="1572255062" sldId="361"/>
            <ac:spMk id="6" creationId="{57007A3E-A599-4683-111C-915411E6A3B2}"/>
          </ac:spMkLst>
        </pc:spChg>
        <pc:spChg chg="add mod">
          <ac:chgData name="Mansi Kunjam" userId="a81a3b44-78ee-415d-8e61-b6c92f5974c8" providerId="ADAL" clId="{94EC9727-773F-4081-A467-B510B60F2121}" dt="2026-01-21T11:01:20.650" v="5278" actId="1076"/>
          <ac:spMkLst>
            <pc:docMk/>
            <pc:sldMk cId="1572255062" sldId="361"/>
            <ac:spMk id="7" creationId="{EE7DFD2F-FAB8-95BD-BFEA-5670F1CF591B}"/>
          </ac:spMkLst>
        </pc:spChg>
        <pc:spChg chg="add mod">
          <ac:chgData name="Mansi Kunjam" userId="a81a3b44-78ee-415d-8e61-b6c92f5974c8" providerId="ADAL" clId="{94EC9727-773F-4081-A467-B510B60F2121}" dt="2026-01-21T13:17:57.873" v="10536" actId="114"/>
          <ac:spMkLst>
            <pc:docMk/>
            <pc:sldMk cId="1572255062" sldId="361"/>
            <ac:spMk id="8" creationId="{82AC1265-F9C4-9A50-317E-CF2C887E57A3}"/>
          </ac:spMkLst>
        </pc:spChg>
        <pc:spChg chg="add mod">
          <ac:chgData name="Mansi Kunjam" userId="a81a3b44-78ee-415d-8e61-b6c92f5974c8" providerId="ADAL" clId="{94EC9727-773F-4081-A467-B510B60F2121}" dt="2026-01-21T11:01:20.650" v="5278" actId="1076"/>
          <ac:spMkLst>
            <pc:docMk/>
            <pc:sldMk cId="1572255062" sldId="361"/>
            <ac:spMk id="9" creationId="{D8BC10A5-7892-CFC8-5830-513F70DEBCC8}"/>
          </ac:spMkLst>
        </pc:spChg>
        <pc:spChg chg="add mod">
          <ac:chgData name="Mansi Kunjam" userId="a81a3b44-78ee-415d-8e61-b6c92f5974c8" providerId="ADAL" clId="{94EC9727-773F-4081-A467-B510B60F2121}" dt="2026-01-21T11:01:20.650" v="5278" actId="1076"/>
          <ac:spMkLst>
            <pc:docMk/>
            <pc:sldMk cId="1572255062" sldId="361"/>
            <ac:spMk id="10" creationId="{1932EE4E-D04D-73D2-1697-A8F03C716C78}"/>
          </ac:spMkLst>
        </pc:spChg>
        <pc:picChg chg="del">
          <ac:chgData name="Mansi Kunjam" userId="a81a3b44-78ee-415d-8e61-b6c92f5974c8" providerId="ADAL" clId="{94EC9727-773F-4081-A467-B510B60F2121}" dt="2026-01-21T10:55:13.202" v="4954" actId="478"/>
          <ac:picMkLst>
            <pc:docMk/>
            <pc:sldMk cId="1572255062" sldId="361"/>
            <ac:picMk id="4" creationId="{0507B6D0-9611-B2E8-3E43-D71E0C1B6A79}"/>
          </ac:picMkLst>
        </pc:picChg>
        <pc:cxnChg chg="add mod">
          <ac:chgData name="Mansi Kunjam" userId="a81a3b44-78ee-415d-8e61-b6c92f5974c8" providerId="ADAL" clId="{94EC9727-773F-4081-A467-B510B60F2121}" dt="2026-01-21T11:01:20.650" v="5278" actId="1076"/>
          <ac:cxnSpMkLst>
            <pc:docMk/>
            <pc:sldMk cId="1572255062" sldId="361"/>
            <ac:cxnSpMk id="12" creationId="{898B6AB1-0A8F-9674-1176-5869E665C45C}"/>
          </ac:cxnSpMkLst>
        </pc:cxnChg>
        <pc:cxnChg chg="add del mod">
          <ac:chgData name="Mansi Kunjam" userId="a81a3b44-78ee-415d-8e61-b6c92f5974c8" providerId="ADAL" clId="{94EC9727-773F-4081-A467-B510B60F2121}" dt="2026-01-21T10:58:55.613" v="5241" actId="478"/>
          <ac:cxnSpMkLst>
            <pc:docMk/>
            <pc:sldMk cId="1572255062" sldId="361"/>
            <ac:cxnSpMk id="14" creationId="{B58BA3E0-691D-4ED1-0171-3C66474353DC}"/>
          </ac:cxnSpMkLst>
        </pc:cxnChg>
        <pc:cxnChg chg="add mod">
          <ac:chgData name="Mansi Kunjam" userId="a81a3b44-78ee-415d-8e61-b6c92f5974c8" providerId="ADAL" clId="{94EC9727-773F-4081-A467-B510B60F2121}" dt="2026-01-21T10:59:35.317" v="5259" actId="1076"/>
          <ac:cxnSpMkLst>
            <pc:docMk/>
            <pc:sldMk cId="1572255062" sldId="361"/>
            <ac:cxnSpMk id="15" creationId="{42881B3B-AA43-F0A3-C149-FE260B620782}"/>
          </ac:cxnSpMkLst>
        </pc:cxnChg>
        <pc:cxnChg chg="add mod">
          <ac:chgData name="Mansi Kunjam" userId="a81a3b44-78ee-415d-8e61-b6c92f5974c8" providerId="ADAL" clId="{94EC9727-773F-4081-A467-B510B60F2121}" dt="2026-01-21T11:01:20.650" v="5278" actId="1076"/>
          <ac:cxnSpMkLst>
            <pc:docMk/>
            <pc:sldMk cId="1572255062" sldId="361"/>
            <ac:cxnSpMk id="16" creationId="{A8A52C57-CDA6-D359-F71D-31415A730566}"/>
          </ac:cxnSpMkLst>
        </pc:cxnChg>
        <pc:cxnChg chg="add mod">
          <ac:chgData name="Mansi Kunjam" userId="a81a3b44-78ee-415d-8e61-b6c92f5974c8" providerId="ADAL" clId="{94EC9727-773F-4081-A467-B510B60F2121}" dt="2026-01-21T11:01:20.650" v="5278" actId="1076"/>
          <ac:cxnSpMkLst>
            <pc:docMk/>
            <pc:sldMk cId="1572255062" sldId="361"/>
            <ac:cxnSpMk id="17" creationId="{0DC6CD6B-BCE9-DD03-0645-1A00120DDAF4}"/>
          </ac:cxnSpMkLst>
        </pc:cxnChg>
        <pc:cxnChg chg="add mod">
          <ac:chgData name="Mansi Kunjam" userId="a81a3b44-78ee-415d-8e61-b6c92f5974c8" providerId="ADAL" clId="{94EC9727-773F-4081-A467-B510B60F2121}" dt="2026-01-21T11:01:20.650" v="5278" actId="1076"/>
          <ac:cxnSpMkLst>
            <pc:docMk/>
            <pc:sldMk cId="1572255062" sldId="361"/>
            <ac:cxnSpMk id="18" creationId="{72E48FC9-5144-082F-4401-CDA42186C7EE}"/>
          </ac:cxnSpMkLst>
        </pc:cxnChg>
      </pc:sldChg>
      <pc:sldChg chg="addSp delSp modSp add mod">
        <pc:chgData name="Mansi Kunjam" userId="a81a3b44-78ee-415d-8e61-b6c92f5974c8" providerId="ADAL" clId="{94EC9727-773F-4081-A467-B510B60F2121}" dt="2026-01-21T13:18:29.957" v="10540" actId="20577"/>
        <pc:sldMkLst>
          <pc:docMk/>
          <pc:sldMk cId="1362262943" sldId="362"/>
        </pc:sldMkLst>
        <pc:spChg chg="mod">
          <ac:chgData name="Mansi Kunjam" userId="a81a3b44-78ee-415d-8e61-b6c92f5974c8" providerId="ADAL" clId="{94EC9727-773F-4081-A467-B510B60F2121}" dt="2026-01-21T11:17:57.403" v="5973" actId="1036"/>
          <ac:spMkLst>
            <pc:docMk/>
            <pc:sldMk cId="1362262943" sldId="362"/>
            <ac:spMk id="2" creationId="{A64F8F0C-D329-96D8-7FA5-85DD3180B6E4}"/>
          </ac:spMkLst>
        </pc:spChg>
        <pc:spChg chg="add mod">
          <ac:chgData name="Mansi Kunjam" userId="a81a3b44-78ee-415d-8e61-b6c92f5974c8" providerId="ADAL" clId="{94EC9727-773F-4081-A467-B510B60F2121}" dt="2026-01-21T13:18:29.957" v="10540" actId="20577"/>
          <ac:spMkLst>
            <pc:docMk/>
            <pc:sldMk cId="1362262943" sldId="362"/>
            <ac:spMk id="4" creationId="{EC126474-65B8-BB94-BE97-090AD58A104F}"/>
          </ac:spMkLst>
        </pc:spChg>
        <pc:spChg chg="add mod">
          <ac:chgData name="Mansi Kunjam" userId="a81a3b44-78ee-415d-8e61-b6c92f5974c8" providerId="ADAL" clId="{94EC9727-773F-4081-A467-B510B60F2121}" dt="2026-01-21T11:17:57.403" v="5973" actId="1036"/>
          <ac:spMkLst>
            <pc:docMk/>
            <pc:sldMk cId="1362262943" sldId="362"/>
            <ac:spMk id="5" creationId="{2D0B1A4B-99C5-E9C0-6D58-285AC3B14B73}"/>
          </ac:spMkLst>
        </pc:spChg>
        <pc:spChg chg="add del">
          <ac:chgData name="Mansi Kunjam" userId="a81a3b44-78ee-415d-8e61-b6c92f5974c8" providerId="ADAL" clId="{94EC9727-773F-4081-A467-B510B60F2121}" dt="2026-01-21T11:02:06.809" v="5284" actId="478"/>
          <ac:spMkLst>
            <pc:docMk/>
            <pc:sldMk cId="1362262943" sldId="362"/>
            <ac:spMk id="6" creationId="{B17266ED-265C-6BF5-5243-0DEFD8644492}"/>
          </ac:spMkLst>
        </pc:spChg>
        <pc:spChg chg="add del">
          <ac:chgData name="Mansi Kunjam" userId="a81a3b44-78ee-415d-8e61-b6c92f5974c8" providerId="ADAL" clId="{94EC9727-773F-4081-A467-B510B60F2121}" dt="2026-01-21T11:02:06.809" v="5284" actId="478"/>
          <ac:spMkLst>
            <pc:docMk/>
            <pc:sldMk cId="1362262943" sldId="362"/>
            <ac:spMk id="7" creationId="{3708996E-C847-2A59-CCD9-BE764E913BCC}"/>
          </ac:spMkLst>
        </pc:spChg>
        <pc:spChg chg="add del">
          <ac:chgData name="Mansi Kunjam" userId="a81a3b44-78ee-415d-8e61-b6c92f5974c8" providerId="ADAL" clId="{94EC9727-773F-4081-A467-B510B60F2121}" dt="2026-01-21T11:02:06.809" v="5284" actId="478"/>
          <ac:spMkLst>
            <pc:docMk/>
            <pc:sldMk cId="1362262943" sldId="362"/>
            <ac:spMk id="8" creationId="{4E17DA06-77A8-19FE-C009-C515BA342154}"/>
          </ac:spMkLst>
        </pc:spChg>
        <pc:spChg chg="add del">
          <ac:chgData name="Mansi Kunjam" userId="a81a3b44-78ee-415d-8e61-b6c92f5974c8" providerId="ADAL" clId="{94EC9727-773F-4081-A467-B510B60F2121}" dt="2026-01-21T11:02:06.809" v="5284" actId="478"/>
          <ac:spMkLst>
            <pc:docMk/>
            <pc:sldMk cId="1362262943" sldId="362"/>
            <ac:spMk id="9" creationId="{7EC98649-2940-6345-C592-6E09A4B50004}"/>
          </ac:spMkLst>
        </pc:spChg>
        <pc:spChg chg="add del">
          <ac:chgData name="Mansi Kunjam" userId="a81a3b44-78ee-415d-8e61-b6c92f5974c8" providerId="ADAL" clId="{94EC9727-773F-4081-A467-B510B60F2121}" dt="2026-01-21T11:02:06.809" v="5284" actId="478"/>
          <ac:spMkLst>
            <pc:docMk/>
            <pc:sldMk cId="1362262943" sldId="362"/>
            <ac:spMk id="10" creationId="{30FE7058-1BE7-9066-CA41-3152D3C46E26}"/>
          </ac:spMkLst>
        </pc:spChg>
        <pc:spChg chg="add mod">
          <ac:chgData name="Mansi Kunjam" userId="a81a3b44-78ee-415d-8e61-b6c92f5974c8" providerId="ADAL" clId="{94EC9727-773F-4081-A467-B510B60F2121}" dt="2026-01-21T11:17:57.403" v="5973" actId="1036"/>
          <ac:spMkLst>
            <pc:docMk/>
            <pc:sldMk cId="1362262943" sldId="362"/>
            <ac:spMk id="11" creationId="{133AC93D-9586-C561-722F-84BD3F23DA01}"/>
          </ac:spMkLst>
        </pc:spChg>
        <pc:spChg chg="add mod">
          <ac:chgData name="Mansi Kunjam" userId="a81a3b44-78ee-415d-8e61-b6c92f5974c8" providerId="ADAL" clId="{94EC9727-773F-4081-A467-B510B60F2121}" dt="2026-01-21T11:17:57.403" v="5973" actId="1036"/>
          <ac:spMkLst>
            <pc:docMk/>
            <pc:sldMk cId="1362262943" sldId="362"/>
            <ac:spMk id="13" creationId="{3716719C-3D6A-B4E4-538A-08695242A233}"/>
          </ac:spMkLst>
        </pc:spChg>
        <pc:spChg chg="add mod">
          <ac:chgData name="Mansi Kunjam" userId="a81a3b44-78ee-415d-8e61-b6c92f5974c8" providerId="ADAL" clId="{94EC9727-773F-4081-A467-B510B60F2121}" dt="2026-01-21T11:17:57.403" v="5973" actId="1036"/>
          <ac:spMkLst>
            <pc:docMk/>
            <pc:sldMk cId="1362262943" sldId="362"/>
            <ac:spMk id="14" creationId="{5002C308-C4FF-5918-BA47-59C9B66592E8}"/>
          </ac:spMkLst>
        </pc:spChg>
        <pc:spChg chg="add mod">
          <ac:chgData name="Mansi Kunjam" userId="a81a3b44-78ee-415d-8e61-b6c92f5974c8" providerId="ADAL" clId="{94EC9727-773F-4081-A467-B510B60F2121}" dt="2026-01-21T11:05:30.670" v="5636"/>
          <ac:spMkLst>
            <pc:docMk/>
            <pc:sldMk cId="1362262943" sldId="362"/>
            <ac:spMk id="19" creationId="{EDCA0E5C-3574-0567-9D47-34B51AC0FC73}"/>
          </ac:spMkLst>
        </pc:spChg>
        <pc:spChg chg="add mod">
          <ac:chgData name="Mansi Kunjam" userId="a81a3b44-78ee-415d-8e61-b6c92f5974c8" providerId="ADAL" clId="{94EC9727-773F-4081-A467-B510B60F2121}" dt="2026-01-21T11:18:07.109" v="5978" actId="1076"/>
          <ac:spMkLst>
            <pc:docMk/>
            <pc:sldMk cId="1362262943" sldId="362"/>
            <ac:spMk id="71" creationId="{7C3DA674-CD63-29E0-0A87-9F8AB75CAEFF}"/>
          </ac:spMkLst>
        </pc:spChg>
        <pc:spChg chg="add mod">
          <ac:chgData name="Mansi Kunjam" userId="a81a3b44-78ee-415d-8e61-b6c92f5974c8" providerId="ADAL" clId="{94EC9727-773F-4081-A467-B510B60F2121}" dt="2026-01-21T11:18:01.526" v="5977" actId="1036"/>
          <ac:spMkLst>
            <pc:docMk/>
            <pc:sldMk cId="1362262943" sldId="362"/>
            <ac:spMk id="72" creationId="{93BE824B-88A1-4D35-D3AF-84D07485142B}"/>
          </ac:spMkLst>
        </pc:spChg>
        <pc:cxnChg chg="del mod">
          <ac:chgData name="Mansi Kunjam" userId="a81a3b44-78ee-415d-8e61-b6c92f5974c8" providerId="ADAL" clId="{94EC9727-773F-4081-A467-B510B60F2121}" dt="2026-01-21T11:02:08.305" v="5285" actId="478"/>
          <ac:cxnSpMkLst>
            <pc:docMk/>
            <pc:sldMk cId="1362262943" sldId="362"/>
            <ac:cxnSpMk id="12" creationId="{1B50F6EC-7C3F-E97D-06AC-4DA616B31FBB}"/>
          </ac:cxnSpMkLst>
        </pc:cxnChg>
        <pc:cxnChg chg="add del mod">
          <ac:chgData name="Mansi Kunjam" userId="a81a3b44-78ee-415d-8e61-b6c92f5974c8" providerId="ADAL" clId="{94EC9727-773F-4081-A467-B510B60F2121}" dt="2026-01-21T11:02:06.809" v="5284" actId="478"/>
          <ac:cxnSpMkLst>
            <pc:docMk/>
            <pc:sldMk cId="1362262943" sldId="362"/>
            <ac:cxnSpMk id="15" creationId="{35037D27-BEB8-AF27-52F0-1F59E4F30ABA}"/>
          </ac:cxnSpMkLst>
        </pc:cxnChg>
        <pc:cxnChg chg="add del mod">
          <ac:chgData name="Mansi Kunjam" userId="a81a3b44-78ee-415d-8e61-b6c92f5974c8" providerId="ADAL" clId="{94EC9727-773F-4081-A467-B510B60F2121}" dt="2026-01-21T11:02:06.809" v="5284" actId="478"/>
          <ac:cxnSpMkLst>
            <pc:docMk/>
            <pc:sldMk cId="1362262943" sldId="362"/>
            <ac:cxnSpMk id="16" creationId="{4F5C5CAA-F362-B2B6-7F04-72745B8DDC6F}"/>
          </ac:cxnSpMkLst>
        </pc:cxnChg>
        <pc:cxnChg chg="add del mod">
          <ac:chgData name="Mansi Kunjam" userId="a81a3b44-78ee-415d-8e61-b6c92f5974c8" providerId="ADAL" clId="{94EC9727-773F-4081-A467-B510B60F2121}" dt="2026-01-21T11:02:06.809" v="5284" actId="478"/>
          <ac:cxnSpMkLst>
            <pc:docMk/>
            <pc:sldMk cId="1362262943" sldId="362"/>
            <ac:cxnSpMk id="17" creationId="{22023DFD-3E99-E612-2906-A8D99B057499}"/>
          </ac:cxnSpMkLst>
        </pc:cxnChg>
        <pc:cxnChg chg="add del mod">
          <ac:chgData name="Mansi Kunjam" userId="a81a3b44-78ee-415d-8e61-b6c92f5974c8" providerId="ADAL" clId="{94EC9727-773F-4081-A467-B510B60F2121}" dt="2026-01-21T11:02:06.809" v="5284" actId="478"/>
          <ac:cxnSpMkLst>
            <pc:docMk/>
            <pc:sldMk cId="1362262943" sldId="362"/>
            <ac:cxnSpMk id="18" creationId="{079FC263-C491-0AC2-884E-4C76BF0DA072}"/>
          </ac:cxnSpMkLst>
        </pc:cxnChg>
        <pc:cxnChg chg="add mod">
          <ac:chgData name="Mansi Kunjam" userId="a81a3b44-78ee-415d-8e61-b6c92f5974c8" providerId="ADAL" clId="{94EC9727-773F-4081-A467-B510B60F2121}" dt="2026-01-21T11:07:51.813" v="5695" actId="13822"/>
          <ac:cxnSpMkLst>
            <pc:docMk/>
            <pc:sldMk cId="1362262943" sldId="362"/>
            <ac:cxnSpMk id="21" creationId="{4C0E530D-9239-B6CA-71FD-778B0FD3535B}"/>
          </ac:cxnSpMkLst>
        </pc:cxnChg>
        <pc:cxnChg chg="add mod">
          <ac:chgData name="Mansi Kunjam" userId="a81a3b44-78ee-415d-8e61-b6c92f5974c8" providerId="ADAL" clId="{94EC9727-773F-4081-A467-B510B60F2121}" dt="2026-01-21T11:17:57.403" v="5973" actId="1036"/>
          <ac:cxnSpMkLst>
            <pc:docMk/>
            <pc:sldMk cId="1362262943" sldId="362"/>
            <ac:cxnSpMk id="25" creationId="{68630046-A3A4-897A-A33E-0B395A01E4A5}"/>
          </ac:cxnSpMkLst>
        </pc:cxnChg>
        <pc:cxnChg chg="add del mod">
          <ac:chgData name="Mansi Kunjam" userId="a81a3b44-78ee-415d-8e61-b6c92f5974c8" providerId="ADAL" clId="{94EC9727-773F-4081-A467-B510B60F2121}" dt="2026-01-21T11:08:32.433" v="5711" actId="478"/>
          <ac:cxnSpMkLst>
            <pc:docMk/>
            <pc:sldMk cId="1362262943" sldId="362"/>
            <ac:cxnSpMk id="26" creationId="{D26F11BC-292E-A252-87C2-F176A386649B}"/>
          </ac:cxnSpMkLst>
        </pc:cxnChg>
        <pc:cxnChg chg="add del">
          <ac:chgData name="Mansi Kunjam" userId="a81a3b44-78ee-415d-8e61-b6c92f5974c8" providerId="ADAL" clId="{94EC9727-773F-4081-A467-B510B60F2121}" dt="2026-01-21T11:08:31.139" v="5710" actId="478"/>
          <ac:cxnSpMkLst>
            <pc:docMk/>
            <pc:sldMk cId="1362262943" sldId="362"/>
            <ac:cxnSpMk id="35" creationId="{1E0AF7C9-4A3C-7536-8728-B19020DF8BFE}"/>
          </ac:cxnSpMkLst>
        </pc:cxnChg>
        <pc:cxnChg chg="add del mod">
          <ac:chgData name="Mansi Kunjam" userId="a81a3b44-78ee-415d-8e61-b6c92f5974c8" providerId="ADAL" clId="{94EC9727-773F-4081-A467-B510B60F2121}" dt="2026-01-21T11:09:05.721" v="5724" actId="478"/>
          <ac:cxnSpMkLst>
            <pc:docMk/>
            <pc:sldMk cId="1362262943" sldId="362"/>
            <ac:cxnSpMk id="37" creationId="{895B03BD-42CA-858F-B8BE-936E8CFAC8A1}"/>
          </ac:cxnSpMkLst>
        </pc:cxnChg>
        <pc:cxnChg chg="add mod">
          <ac:chgData name="Mansi Kunjam" userId="a81a3b44-78ee-415d-8e61-b6c92f5974c8" providerId="ADAL" clId="{94EC9727-773F-4081-A467-B510B60F2121}" dt="2026-01-21T11:17:57.403" v="5973" actId="1036"/>
          <ac:cxnSpMkLst>
            <pc:docMk/>
            <pc:sldMk cId="1362262943" sldId="362"/>
            <ac:cxnSpMk id="45" creationId="{4F83CBD1-15DD-91D6-65D5-11D61EEFBBEF}"/>
          </ac:cxnSpMkLst>
        </pc:cxnChg>
        <pc:cxnChg chg="add mod">
          <ac:chgData name="Mansi Kunjam" userId="a81a3b44-78ee-415d-8e61-b6c92f5974c8" providerId="ADAL" clId="{94EC9727-773F-4081-A467-B510B60F2121}" dt="2026-01-21T11:17:57.403" v="5973" actId="1036"/>
          <ac:cxnSpMkLst>
            <pc:docMk/>
            <pc:sldMk cId="1362262943" sldId="362"/>
            <ac:cxnSpMk id="47" creationId="{0E089E35-1139-13D1-354D-191225CBE4EF}"/>
          </ac:cxnSpMkLst>
        </pc:cxnChg>
        <pc:cxnChg chg="add mod">
          <ac:chgData name="Mansi Kunjam" userId="a81a3b44-78ee-415d-8e61-b6c92f5974c8" providerId="ADAL" clId="{94EC9727-773F-4081-A467-B510B60F2121}" dt="2026-01-21T11:14:34.601" v="5769" actId="14100"/>
          <ac:cxnSpMkLst>
            <pc:docMk/>
            <pc:sldMk cId="1362262943" sldId="362"/>
            <ac:cxnSpMk id="49" creationId="{912746D2-1D72-CCE3-DDB1-194455783551}"/>
          </ac:cxnSpMkLst>
        </pc:cxnChg>
        <pc:cxnChg chg="add mod">
          <ac:chgData name="Mansi Kunjam" userId="a81a3b44-78ee-415d-8e61-b6c92f5974c8" providerId="ADAL" clId="{94EC9727-773F-4081-A467-B510B60F2121}" dt="2026-01-21T11:17:39.505" v="5960" actId="1035"/>
          <ac:cxnSpMkLst>
            <pc:docMk/>
            <pc:sldMk cId="1362262943" sldId="362"/>
            <ac:cxnSpMk id="59" creationId="{CA8FC432-3B56-F36A-0591-F9827369403E}"/>
          </ac:cxnSpMkLst>
        </pc:cxnChg>
        <pc:cxnChg chg="add mod">
          <ac:chgData name="Mansi Kunjam" userId="a81a3b44-78ee-415d-8e61-b6c92f5974c8" providerId="ADAL" clId="{94EC9727-773F-4081-A467-B510B60F2121}" dt="2026-01-21T11:17:57.403" v="5973" actId="1036"/>
          <ac:cxnSpMkLst>
            <pc:docMk/>
            <pc:sldMk cId="1362262943" sldId="362"/>
            <ac:cxnSpMk id="62" creationId="{37E31B76-8DC1-0B9C-9349-07C8A2AF82D9}"/>
          </ac:cxnSpMkLst>
        </pc:cxnChg>
      </pc:sldChg>
      <pc:sldChg chg="addSp delSp modSp add mod">
        <pc:chgData name="Mansi Kunjam" userId="a81a3b44-78ee-415d-8e61-b6c92f5974c8" providerId="ADAL" clId="{94EC9727-773F-4081-A467-B510B60F2121}" dt="2026-01-21T13:54:40.267" v="10780" actId="1076"/>
        <pc:sldMkLst>
          <pc:docMk/>
          <pc:sldMk cId="432545411" sldId="363"/>
        </pc:sldMkLst>
        <pc:spChg chg="del mod">
          <ac:chgData name="Mansi Kunjam" userId="a81a3b44-78ee-415d-8e61-b6c92f5974c8" providerId="ADAL" clId="{94EC9727-773F-4081-A467-B510B60F2121}" dt="2026-01-21T11:19:37.700" v="5990" actId="478"/>
          <ac:spMkLst>
            <pc:docMk/>
            <pc:sldMk cId="432545411" sldId="363"/>
            <ac:spMk id="2" creationId="{348245E8-F63A-C94C-D753-65657B260971}"/>
          </ac:spMkLst>
        </pc:spChg>
        <pc:spChg chg="del mod">
          <ac:chgData name="Mansi Kunjam" userId="a81a3b44-78ee-415d-8e61-b6c92f5974c8" providerId="ADAL" clId="{94EC9727-773F-4081-A467-B510B60F2121}" dt="2026-01-21T11:20:00.739" v="5999" actId="478"/>
          <ac:spMkLst>
            <pc:docMk/>
            <pc:sldMk cId="432545411" sldId="363"/>
            <ac:spMk id="4" creationId="{62A71C90-7F46-B401-9414-6190270238BB}"/>
          </ac:spMkLst>
        </pc:spChg>
        <pc:spChg chg="del mod">
          <ac:chgData name="Mansi Kunjam" userId="a81a3b44-78ee-415d-8e61-b6c92f5974c8" providerId="ADAL" clId="{94EC9727-773F-4081-A467-B510B60F2121}" dt="2026-01-21T11:20:09.149" v="6004" actId="478"/>
          <ac:spMkLst>
            <pc:docMk/>
            <pc:sldMk cId="432545411" sldId="363"/>
            <ac:spMk id="5" creationId="{54D68AE4-E3D7-B11B-B17C-8D05F2D72DFE}"/>
          </ac:spMkLst>
        </pc:spChg>
        <pc:spChg chg="mod">
          <ac:chgData name="Mansi Kunjam" userId="a81a3b44-78ee-415d-8e61-b6c92f5974c8" providerId="ADAL" clId="{94EC9727-773F-4081-A467-B510B60F2121}" dt="2026-01-21T11:23:47.349" v="6095" actId="1036"/>
          <ac:spMkLst>
            <pc:docMk/>
            <pc:sldMk cId="432545411" sldId="363"/>
            <ac:spMk id="6" creationId="{E6396FB2-4C46-B528-C267-344050D07DC8}"/>
          </ac:spMkLst>
        </pc:spChg>
        <pc:spChg chg="del mod">
          <ac:chgData name="Mansi Kunjam" userId="a81a3b44-78ee-415d-8e61-b6c92f5974c8" providerId="ADAL" clId="{94EC9727-773F-4081-A467-B510B60F2121}" dt="2026-01-21T11:22:20.342" v="6047" actId="478"/>
          <ac:spMkLst>
            <pc:docMk/>
            <pc:sldMk cId="432545411" sldId="363"/>
            <ac:spMk id="10" creationId="{34EAD3EF-9ABD-EFB2-153A-66C3AFDC2723}"/>
          </ac:spMkLst>
        </pc:spChg>
        <pc:spChg chg="del">
          <ac:chgData name="Mansi Kunjam" userId="a81a3b44-78ee-415d-8e61-b6c92f5974c8" providerId="ADAL" clId="{94EC9727-773F-4081-A467-B510B60F2121}" dt="2026-01-21T11:22:23.590" v="6048" actId="478"/>
          <ac:spMkLst>
            <pc:docMk/>
            <pc:sldMk cId="432545411" sldId="363"/>
            <ac:spMk id="11" creationId="{B6F1197E-D808-9AEC-E511-812528D7A069}"/>
          </ac:spMkLst>
        </pc:spChg>
        <pc:spChg chg="del">
          <ac:chgData name="Mansi Kunjam" userId="a81a3b44-78ee-415d-8e61-b6c92f5974c8" providerId="ADAL" clId="{94EC9727-773F-4081-A467-B510B60F2121}" dt="2026-01-21T11:22:25.424" v="6049" actId="478"/>
          <ac:spMkLst>
            <pc:docMk/>
            <pc:sldMk cId="432545411" sldId="363"/>
            <ac:spMk id="12" creationId="{C9F864F5-21D2-C8CF-B93B-7979AAA5153D}"/>
          </ac:spMkLst>
        </pc:spChg>
        <pc:spChg chg="add mod">
          <ac:chgData name="Mansi Kunjam" userId="a81a3b44-78ee-415d-8e61-b6c92f5974c8" providerId="ADAL" clId="{94EC9727-773F-4081-A467-B510B60F2121}" dt="2026-01-21T11:23:14.030" v="6076" actId="114"/>
          <ac:spMkLst>
            <pc:docMk/>
            <pc:sldMk cId="432545411" sldId="363"/>
            <ac:spMk id="13" creationId="{1781DDB1-C917-AE91-579D-82DD870762D4}"/>
          </ac:spMkLst>
        </pc:spChg>
        <pc:spChg chg="add mod">
          <ac:chgData name="Mansi Kunjam" userId="a81a3b44-78ee-415d-8e61-b6c92f5974c8" providerId="ADAL" clId="{94EC9727-773F-4081-A467-B510B60F2121}" dt="2026-01-21T11:23:28.252" v="6079" actId="114"/>
          <ac:spMkLst>
            <pc:docMk/>
            <pc:sldMk cId="432545411" sldId="363"/>
            <ac:spMk id="14" creationId="{D41EABE0-7682-2D83-0A15-A3D40EB00F4F}"/>
          </ac:spMkLst>
        </pc:spChg>
        <pc:spChg chg="add mod">
          <ac:chgData name="Mansi Kunjam" userId="a81a3b44-78ee-415d-8e61-b6c92f5974c8" providerId="ADAL" clId="{94EC9727-773F-4081-A467-B510B60F2121}" dt="2026-01-21T11:26:29.272" v="6129" actId="20577"/>
          <ac:spMkLst>
            <pc:docMk/>
            <pc:sldMk cId="432545411" sldId="363"/>
            <ac:spMk id="15" creationId="{9DBCBE29-5DC5-26F3-3AC9-695F15B49F09}"/>
          </ac:spMkLst>
        </pc:spChg>
        <pc:spChg chg="add mod">
          <ac:chgData name="Mansi Kunjam" userId="a81a3b44-78ee-415d-8e61-b6c92f5974c8" providerId="ADAL" clId="{94EC9727-773F-4081-A467-B510B60F2121}" dt="2026-01-21T11:22:58.131" v="6072" actId="1076"/>
          <ac:spMkLst>
            <pc:docMk/>
            <pc:sldMk cId="432545411" sldId="363"/>
            <ac:spMk id="16" creationId="{F7CBA423-DE69-984D-73F0-0E1CB75A7D41}"/>
          </ac:spMkLst>
        </pc:spChg>
        <pc:spChg chg="add mod">
          <ac:chgData name="Mansi Kunjam" userId="a81a3b44-78ee-415d-8e61-b6c92f5974c8" providerId="ADAL" clId="{94EC9727-773F-4081-A467-B510B60F2121}" dt="2026-01-21T11:23:37.652" v="6088" actId="1037"/>
          <ac:spMkLst>
            <pc:docMk/>
            <pc:sldMk cId="432545411" sldId="363"/>
            <ac:spMk id="17" creationId="{8076AF50-8FA2-B4C8-73A4-C020214F8C53}"/>
          </ac:spMkLst>
        </pc:spChg>
        <pc:spChg chg="add mod">
          <ac:chgData name="Mansi Kunjam" userId="a81a3b44-78ee-415d-8e61-b6c92f5974c8" providerId="ADAL" clId="{94EC9727-773F-4081-A467-B510B60F2121}" dt="2026-01-21T11:22:58.131" v="6072" actId="1076"/>
          <ac:spMkLst>
            <pc:docMk/>
            <pc:sldMk cId="432545411" sldId="363"/>
            <ac:spMk id="18" creationId="{FC304FF6-9A69-3FC0-FD76-1C6F81FC4FD7}"/>
          </ac:spMkLst>
        </pc:spChg>
        <pc:spChg chg="mod">
          <ac:chgData name="Mansi Kunjam" userId="a81a3b44-78ee-415d-8e61-b6c92f5974c8" providerId="ADAL" clId="{94EC9727-773F-4081-A467-B510B60F2121}" dt="2026-01-21T13:54:40.267" v="10780" actId="1076"/>
          <ac:spMkLst>
            <pc:docMk/>
            <pc:sldMk cId="432545411" sldId="363"/>
            <ac:spMk id="24" creationId="{F0BDED84-1007-0DAA-C162-A6F301ECA520}"/>
          </ac:spMkLst>
        </pc:spChg>
        <pc:cxnChg chg="mod">
          <ac:chgData name="Mansi Kunjam" userId="a81a3b44-78ee-415d-8e61-b6c92f5974c8" providerId="ADAL" clId="{94EC9727-773F-4081-A467-B510B60F2121}" dt="2026-01-21T11:23:47.349" v="6095" actId="1036"/>
          <ac:cxnSpMkLst>
            <pc:docMk/>
            <pc:sldMk cId="432545411" sldId="363"/>
            <ac:cxnSpMk id="7" creationId="{8ED390F2-D129-2B34-FF68-1337F068BC49}"/>
          </ac:cxnSpMkLst>
        </pc:cxnChg>
        <pc:cxnChg chg="mod">
          <ac:chgData name="Mansi Kunjam" userId="a81a3b44-78ee-415d-8e61-b6c92f5974c8" providerId="ADAL" clId="{94EC9727-773F-4081-A467-B510B60F2121}" dt="2026-01-21T11:23:47.349" v="6095" actId="1036"/>
          <ac:cxnSpMkLst>
            <pc:docMk/>
            <pc:sldMk cId="432545411" sldId="363"/>
            <ac:cxnSpMk id="8" creationId="{EBC6008F-8512-20CF-4BE9-764A50B6F74D}"/>
          </ac:cxnSpMkLst>
        </pc:cxnChg>
        <pc:cxnChg chg="mod">
          <ac:chgData name="Mansi Kunjam" userId="a81a3b44-78ee-415d-8e61-b6c92f5974c8" providerId="ADAL" clId="{94EC9727-773F-4081-A467-B510B60F2121}" dt="2026-01-21T11:23:47.349" v="6095" actId="1036"/>
          <ac:cxnSpMkLst>
            <pc:docMk/>
            <pc:sldMk cId="432545411" sldId="363"/>
            <ac:cxnSpMk id="9" creationId="{C6A3EC35-8157-CAFF-8E9B-442E1494BAF6}"/>
          </ac:cxnSpMkLst>
        </pc:cxnChg>
      </pc:sldChg>
      <pc:sldChg chg="addSp delSp modSp add mod">
        <pc:chgData name="Mansi Kunjam" userId="a81a3b44-78ee-415d-8e61-b6c92f5974c8" providerId="ADAL" clId="{94EC9727-773F-4081-A467-B510B60F2121}" dt="2026-01-21T13:39:59.743" v="10759" actId="20577"/>
        <pc:sldMkLst>
          <pc:docMk/>
          <pc:sldMk cId="3900829507" sldId="364"/>
        </pc:sldMkLst>
        <pc:spChg chg="add mod">
          <ac:chgData name="Mansi Kunjam" userId="a81a3b44-78ee-415d-8e61-b6c92f5974c8" providerId="ADAL" clId="{94EC9727-773F-4081-A467-B510B60F2121}" dt="2026-01-21T11:54:30.898" v="7197" actId="114"/>
          <ac:spMkLst>
            <pc:docMk/>
            <pc:sldMk cId="3900829507" sldId="364"/>
            <ac:spMk id="2" creationId="{0A2BE68A-BBF5-FD32-D915-28006833202C}"/>
          </ac:spMkLst>
        </pc:spChg>
        <pc:spChg chg="mod">
          <ac:chgData name="Mansi Kunjam" userId="a81a3b44-78ee-415d-8e61-b6c92f5974c8" providerId="ADAL" clId="{94EC9727-773F-4081-A467-B510B60F2121}" dt="2026-01-21T13:29:19.902" v="10689" actId="1076"/>
          <ac:spMkLst>
            <pc:docMk/>
            <pc:sldMk cId="3900829507" sldId="364"/>
            <ac:spMk id="3" creationId="{EC053D68-DB68-971D-C83F-D9AC70C2EC48}"/>
          </ac:spMkLst>
        </pc:spChg>
        <pc:spChg chg="add mod">
          <ac:chgData name="Mansi Kunjam" userId="a81a3b44-78ee-415d-8e61-b6c92f5974c8" providerId="ADAL" clId="{94EC9727-773F-4081-A467-B510B60F2121}" dt="2026-01-21T11:54:32.535" v="7198" actId="114"/>
          <ac:spMkLst>
            <pc:docMk/>
            <pc:sldMk cId="3900829507" sldId="364"/>
            <ac:spMk id="5" creationId="{693F0801-97AD-A203-FD5F-16F5C9251548}"/>
          </ac:spMkLst>
        </pc:spChg>
        <pc:spChg chg="add mod">
          <ac:chgData name="Mansi Kunjam" userId="a81a3b44-78ee-415d-8e61-b6c92f5974c8" providerId="ADAL" clId="{94EC9727-773F-4081-A467-B510B60F2121}" dt="2026-01-21T11:54:34.232" v="7199" actId="114"/>
          <ac:spMkLst>
            <pc:docMk/>
            <pc:sldMk cId="3900829507" sldId="364"/>
            <ac:spMk id="6" creationId="{78E37617-6359-C34C-E5CB-36824F2DE603}"/>
          </ac:spMkLst>
        </pc:spChg>
        <pc:spChg chg="add mod">
          <ac:chgData name="Mansi Kunjam" userId="a81a3b44-78ee-415d-8e61-b6c92f5974c8" providerId="ADAL" clId="{94EC9727-773F-4081-A467-B510B60F2121}" dt="2026-01-21T11:54:35.933" v="7200" actId="114"/>
          <ac:spMkLst>
            <pc:docMk/>
            <pc:sldMk cId="3900829507" sldId="364"/>
            <ac:spMk id="7" creationId="{BE8CD312-E915-7DA5-D9BD-7E52E97BD59C}"/>
          </ac:spMkLst>
        </pc:spChg>
        <pc:spChg chg="add mod">
          <ac:chgData name="Mansi Kunjam" userId="a81a3b44-78ee-415d-8e61-b6c92f5974c8" providerId="ADAL" clId="{94EC9727-773F-4081-A467-B510B60F2121}" dt="2026-01-21T13:28:18.669" v="10681" actId="207"/>
          <ac:spMkLst>
            <pc:docMk/>
            <pc:sldMk cId="3900829507" sldId="364"/>
            <ac:spMk id="8" creationId="{8A47AD82-8596-1703-9705-F301362FFFBC}"/>
          </ac:spMkLst>
        </pc:spChg>
        <pc:spChg chg="add mod">
          <ac:chgData name="Mansi Kunjam" userId="a81a3b44-78ee-415d-8e61-b6c92f5974c8" providerId="ADAL" clId="{94EC9727-773F-4081-A467-B510B60F2121}" dt="2026-01-21T13:28:26.869" v="10683" actId="20577"/>
          <ac:spMkLst>
            <pc:docMk/>
            <pc:sldMk cId="3900829507" sldId="364"/>
            <ac:spMk id="24" creationId="{8E007CDB-E267-9F5A-A38E-539036EA766B}"/>
          </ac:spMkLst>
        </pc:spChg>
        <pc:spChg chg="add mod">
          <ac:chgData name="Mansi Kunjam" userId="a81a3b44-78ee-415d-8e61-b6c92f5974c8" providerId="ADAL" clId="{94EC9727-773F-4081-A467-B510B60F2121}" dt="2026-01-21T11:54:20.117" v="7189" actId="1035"/>
          <ac:spMkLst>
            <pc:docMk/>
            <pc:sldMk cId="3900829507" sldId="364"/>
            <ac:spMk id="25" creationId="{14E735AC-AE04-1524-572F-711F27269FDA}"/>
          </ac:spMkLst>
        </pc:spChg>
        <pc:spChg chg="add mod">
          <ac:chgData name="Mansi Kunjam" userId="a81a3b44-78ee-415d-8e61-b6c92f5974c8" providerId="ADAL" clId="{94EC9727-773F-4081-A467-B510B60F2121}" dt="2026-01-21T11:54:20.117" v="7189" actId="1035"/>
          <ac:spMkLst>
            <pc:docMk/>
            <pc:sldMk cId="3900829507" sldId="364"/>
            <ac:spMk id="26" creationId="{43D5B0DC-4B4C-8AAF-CA10-0A0DA41CB9B7}"/>
          </ac:spMkLst>
        </pc:spChg>
        <pc:spChg chg="add mod">
          <ac:chgData name="Mansi Kunjam" userId="a81a3b44-78ee-415d-8e61-b6c92f5974c8" providerId="ADAL" clId="{94EC9727-773F-4081-A467-B510B60F2121}" dt="2026-01-21T11:54:20.117" v="7189" actId="1035"/>
          <ac:spMkLst>
            <pc:docMk/>
            <pc:sldMk cId="3900829507" sldId="364"/>
            <ac:spMk id="27" creationId="{AC55E4FD-C3B9-9FCA-2CFF-DAB1D9DBE0B7}"/>
          </ac:spMkLst>
        </pc:spChg>
        <pc:spChg chg="add mod">
          <ac:chgData name="Mansi Kunjam" userId="a81a3b44-78ee-415d-8e61-b6c92f5974c8" providerId="ADAL" clId="{94EC9727-773F-4081-A467-B510B60F2121}" dt="2026-01-21T11:54:20.117" v="7189" actId="1035"/>
          <ac:spMkLst>
            <pc:docMk/>
            <pc:sldMk cId="3900829507" sldId="364"/>
            <ac:spMk id="56" creationId="{469B05B3-5D3D-DFD0-C43E-015FCB6F93A9}"/>
          </ac:spMkLst>
        </pc:spChg>
        <pc:spChg chg="add mod">
          <ac:chgData name="Mansi Kunjam" userId="a81a3b44-78ee-415d-8e61-b6c92f5974c8" providerId="ADAL" clId="{94EC9727-773F-4081-A467-B510B60F2121}" dt="2026-01-21T13:39:59.743" v="10759" actId="20577"/>
          <ac:spMkLst>
            <pc:docMk/>
            <pc:sldMk cId="3900829507" sldId="364"/>
            <ac:spMk id="60" creationId="{53519B3C-8C59-8168-10A3-B8409C3C6F14}"/>
          </ac:spMkLst>
        </pc:spChg>
        <pc:picChg chg="del">
          <ac:chgData name="Mansi Kunjam" userId="a81a3b44-78ee-415d-8e61-b6c92f5974c8" providerId="ADAL" clId="{94EC9727-773F-4081-A467-B510B60F2121}" dt="2026-01-21T11:40:31.545" v="6133" actId="478"/>
          <ac:picMkLst>
            <pc:docMk/>
            <pc:sldMk cId="3900829507" sldId="364"/>
            <ac:picMk id="4" creationId="{34C15F42-2080-70AE-64DE-04E080851DB1}"/>
          </ac:picMkLst>
        </pc:picChg>
        <pc:cxnChg chg="add mod">
          <ac:chgData name="Mansi Kunjam" userId="a81a3b44-78ee-415d-8e61-b6c92f5974c8" providerId="ADAL" clId="{94EC9727-773F-4081-A467-B510B60F2121}" dt="2026-01-21T11:51:21.206" v="6958" actId="1076"/>
          <ac:cxnSpMkLst>
            <pc:docMk/>
            <pc:sldMk cId="3900829507" sldId="364"/>
            <ac:cxnSpMk id="10" creationId="{8E388919-A432-F751-47E6-D6EA051527F7}"/>
          </ac:cxnSpMkLst>
        </pc:cxnChg>
        <pc:cxnChg chg="add mod">
          <ac:chgData name="Mansi Kunjam" userId="a81a3b44-78ee-415d-8e61-b6c92f5974c8" providerId="ADAL" clId="{94EC9727-773F-4081-A467-B510B60F2121}" dt="2026-01-21T11:45:43.596" v="6481" actId="1076"/>
          <ac:cxnSpMkLst>
            <pc:docMk/>
            <pc:sldMk cId="3900829507" sldId="364"/>
            <ac:cxnSpMk id="14" creationId="{251F5658-21B0-9875-77CE-12CD49492553}"/>
          </ac:cxnSpMkLst>
        </pc:cxnChg>
        <pc:cxnChg chg="add mod">
          <ac:chgData name="Mansi Kunjam" userId="a81a3b44-78ee-415d-8e61-b6c92f5974c8" providerId="ADAL" clId="{94EC9727-773F-4081-A467-B510B60F2121}" dt="2026-01-21T11:51:10.754" v="6957" actId="1038"/>
          <ac:cxnSpMkLst>
            <pc:docMk/>
            <pc:sldMk cId="3900829507" sldId="364"/>
            <ac:cxnSpMk id="15" creationId="{9AAB04AA-DE54-5B34-B6D9-B7BA222C609C}"/>
          </ac:cxnSpMkLst>
        </pc:cxnChg>
        <pc:cxnChg chg="add mod">
          <ac:chgData name="Mansi Kunjam" userId="a81a3b44-78ee-415d-8e61-b6c92f5974c8" providerId="ADAL" clId="{94EC9727-773F-4081-A467-B510B60F2121}" dt="2026-01-21T11:51:10.754" v="6957" actId="1038"/>
          <ac:cxnSpMkLst>
            <pc:docMk/>
            <pc:sldMk cId="3900829507" sldId="364"/>
            <ac:cxnSpMk id="16" creationId="{03474417-BFF3-D56E-F53B-BF3337E2D88A}"/>
          </ac:cxnSpMkLst>
        </pc:cxnChg>
        <pc:cxnChg chg="add mod">
          <ac:chgData name="Mansi Kunjam" userId="a81a3b44-78ee-415d-8e61-b6c92f5974c8" providerId="ADAL" clId="{94EC9727-773F-4081-A467-B510B60F2121}" dt="2026-01-21T11:52:22.435" v="6999" actId="1038"/>
          <ac:cxnSpMkLst>
            <pc:docMk/>
            <pc:sldMk cId="3900829507" sldId="364"/>
            <ac:cxnSpMk id="29" creationId="{92CB0AB6-54E3-36E1-9F49-9F2AF8D36556}"/>
          </ac:cxnSpMkLst>
        </pc:cxnChg>
        <pc:cxnChg chg="add mod">
          <ac:chgData name="Mansi Kunjam" userId="a81a3b44-78ee-415d-8e61-b6c92f5974c8" providerId="ADAL" clId="{94EC9727-773F-4081-A467-B510B60F2121}" dt="2026-01-21T11:52:01.381" v="6983" actId="14100"/>
          <ac:cxnSpMkLst>
            <pc:docMk/>
            <pc:sldMk cId="3900829507" sldId="364"/>
            <ac:cxnSpMk id="33" creationId="{7E99F464-EAFB-32E7-D2C1-6DE34CCEB133}"/>
          </ac:cxnSpMkLst>
        </pc:cxnChg>
        <pc:cxnChg chg="add mod">
          <ac:chgData name="Mansi Kunjam" userId="a81a3b44-78ee-415d-8e61-b6c92f5974c8" providerId="ADAL" clId="{94EC9727-773F-4081-A467-B510B60F2121}" dt="2026-01-21T11:51:57.807" v="6982" actId="14100"/>
          <ac:cxnSpMkLst>
            <pc:docMk/>
            <pc:sldMk cId="3900829507" sldId="364"/>
            <ac:cxnSpMk id="36" creationId="{3B7599DB-403D-3917-4EE9-A6D17C82B3F1}"/>
          </ac:cxnSpMkLst>
        </pc:cxnChg>
        <pc:cxnChg chg="add mod">
          <ac:chgData name="Mansi Kunjam" userId="a81a3b44-78ee-415d-8e61-b6c92f5974c8" providerId="ADAL" clId="{94EC9727-773F-4081-A467-B510B60F2121}" dt="2026-01-21T11:51:54.373" v="6981" actId="14100"/>
          <ac:cxnSpMkLst>
            <pc:docMk/>
            <pc:sldMk cId="3900829507" sldId="364"/>
            <ac:cxnSpMk id="39" creationId="{B22568AF-7C21-6D77-61ED-3F2F714DCA6D}"/>
          </ac:cxnSpMkLst>
        </pc:cxnChg>
        <pc:cxnChg chg="add mod">
          <ac:chgData name="Mansi Kunjam" userId="a81a3b44-78ee-415d-8e61-b6c92f5974c8" providerId="ADAL" clId="{94EC9727-773F-4081-A467-B510B60F2121}" dt="2026-01-21T11:53:03.114" v="7015" actId="14100"/>
          <ac:cxnSpMkLst>
            <pc:docMk/>
            <pc:sldMk cId="3900829507" sldId="364"/>
            <ac:cxnSpMk id="57" creationId="{F239CE40-6BCD-7463-E193-8AC9E8059E68}"/>
          </ac:cxnSpMkLst>
        </pc:cxnChg>
      </pc:sldChg>
      <pc:sldChg chg="addSp delSp modSp add mod">
        <pc:chgData name="Mansi Kunjam" userId="a81a3b44-78ee-415d-8e61-b6c92f5974c8" providerId="ADAL" clId="{94EC9727-773F-4081-A467-B510B60F2121}" dt="2026-01-21T13:54:04.986" v="10768" actId="20577"/>
        <pc:sldMkLst>
          <pc:docMk/>
          <pc:sldMk cId="2038536592" sldId="365"/>
        </pc:sldMkLst>
        <pc:spChg chg="add mod">
          <ac:chgData name="Mansi Kunjam" userId="a81a3b44-78ee-415d-8e61-b6c92f5974c8" providerId="ADAL" clId="{94EC9727-773F-4081-A467-B510B60F2121}" dt="2026-01-21T13:54:04.986" v="10768" actId="20577"/>
          <ac:spMkLst>
            <pc:docMk/>
            <pc:sldMk cId="2038536592" sldId="365"/>
            <ac:spMk id="2" creationId="{796BF467-3CF0-73DD-8D84-44257C8D1E09}"/>
          </ac:spMkLst>
        </pc:spChg>
        <pc:spChg chg="mod">
          <ac:chgData name="Mansi Kunjam" userId="a81a3b44-78ee-415d-8e61-b6c92f5974c8" providerId="ADAL" clId="{94EC9727-773F-4081-A467-B510B60F2121}" dt="2026-01-21T12:19:29.385" v="8172" actId="1076"/>
          <ac:spMkLst>
            <pc:docMk/>
            <pc:sldMk cId="2038536592" sldId="365"/>
            <ac:spMk id="3" creationId="{18E2C581-6929-B12B-8D59-B29A9E05C113}"/>
          </ac:spMkLst>
        </pc:spChg>
        <pc:picChg chg="del">
          <ac:chgData name="Mansi Kunjam" userId="a81a3b44-78ee-415d-8e61-b6c92f5974c8" providerId="ADAL" clId="{94EC9727-773F-4081-A467-B510B60F2121}" dt="2026-01-21T12:06:05.150" v="7205" actId="478"/>
          <ac:picMkLst>
            <pc:docMk/>
            <pc:sldMk cId="2038536592" sldId="365"/>
            <ac:picMk id="4" creationId="{27A11210-ECA4-422F-790E-DBCC71422647}"/>
          </ac:picMkLst>
        </pc:picChg>
      </pc:sldChg>
      <pc:sldChg chg="new del">
        <pc:chgData name="Mansi Kunjam" userId="a81a3b44-78ee-415d-8e61-b6c92f5974c8" providerId="ADAL" clId="{94EC9727-773F-4081-A467-B510B60F2121}" dt="2026-01-21T11:57:21.023" v="7203" actId="680"/>
        <pc:sldMkLst>
          <pc:docMk/>
          <pc:sldMk cId="3899203488" sldId="365"/>
        </pc:sldMkLst>
      </pc:sldChg>
      <pc:sldChg chg="modSp add mod">
        <pc:chgData name="Mansi Kunjam" userId="a81a3b44-78ee-415d-8e61-b6c92f5974c8" providerId="ADAL" clId="{94EC9727-773F-4081-A467-B510B60F2121}" dt="2026-01-21T13:23:21.613" v="10650" actId="14100"/>
        <pc:sldMkLst>
          <pc:docMk/>
          <pc:sldMk cId="1661445641" sldId="366"/>
        </pc:sldMkLst>
        <pc:spChg chg="mod">
          <ac:chgData name="Mansi Kunjam" userId="a81a3b44-78ee-415d-8e61-b6c92f5974c8" providerId="ADAL" clId="{94EC9727-773F-4081-A467-B510B60F2121}" dt="2026-01-21T13:23:21.613" v="10650" actId="14100"/>
          <ac:spMkLst>
            <pc:docMk/>
            <pc:sldMk cId="1661445641" sldId="366"/>
            <ac:spMk id="2" creationId="{2D1ECC0D-EAB8-29E6-A9D4-742F163401D4}"/>
          </ac:spMkLst>
        </pc:spChg>
        <pc:spChg chg="mod">
          <ac:chgData name="Mansi Kunjam" userId="a81a3b44-78ee-415d-8e61-b6c92f5974c8" providerId="ADAL" clId="{94EC9727-773F-4081-A467-B510B60F2121}" dt="2026-01-21T12:19:20.803" v="8170" actId="1076"/>
          <ac:spMkLst>
            <pc:docMk/>
            <pc:sldMk cId="1661445641" sldId="366"/>
            <ac:spMk id="3" creationId="{3E52C8C2-A057-A45B-B81C-83BBBD89D8D1}"/>
          </ac:spMkLst>
        </pc:spChg>
      </pc:sldChg>
      <pc:sldChg chg="modSp add mod">
        <pc:chgData name="Mansi Kunjam" userId="a81a3b44-78ee-415d-8e61-b6c92f5974c8" providerId="ADAL" clId="{94EC9727-773F-4081-A467-B510B60F2121}" dt="2026-01-21T13:26:15.144" v="10655" actId="20577"/>
        <pc:sldMkLst>
          <pc:docMk/>
          <pc:sldMk cId="234852563" sldId="367"/>
        </pc:sldMkLst>
        <pc:spChg chg="mod">
          <ac:chgData name="Mansi Kunjam" userId="a81a3b44-78ee-415d-8e61-b6c92f5974c8" providerId="ADAL" clId="{94EC9727-773F-4081-A467-B510B60F2121}" dt="2026-01-21T13:26:15.144" v="10655" actId="20577"/>
          <ac:spMkLst>
            <pc:docMk/>
            <pc:sldMk cId="234852563" sldId="367"/>
            <ac:spMk id="2" creationId="{612E6091-C6E3-525D-C660-A8A84D58F24B}"/>
          </ac:spMkLst>
        </pc:spChg>
        <pc:spChg chg="mod">
          <ac:chgData name="Mansi Kunjam" userId="a81a3b44-78ee-415d-8e61-b6c92f5974c8" providerId="ADAL" clId="{94EC9727-773F-4081-A467-B510B60F2121}" dt="2026-01-21T12:19:13.999" v="8168" actId="1076"/>
          <ac:spMkLst>
            <pc:docMk/>
            <pc:sldMk cId="234852563" sldId="367"/>
            <ac:spMk id="3" creationId="{D3CDA1F2-2321-FD83-03EB-09F97CBA6A73}"/>
          </ac:spMkLst>
        </pc:spChg>
      </pc:sldChg>
      <pc:sldChg chg="addSp delSp modSp add del mod">
        <pc:chgData name="Mansi Kunjam" userId="a81a3b44-78ee-415d-8e61-b6c92f5974c8" providerId="ADAL" clId="{94EC9727-773F-4081-A467-B510B60F2121}" dt="2026-01-21T13:29:11.968" v="10688" actId="1076"/>
        <pc:sldMkLst>
          <pc:docMk/>
          <pc:sldMk cId="206233517" sldId="368"/>
        </pc:sldMkLst>
        <pc:spChg chg="add mod">
          <ac:chgData name="Mansi Kunjam" userId="a81a3b44-78ee-415d-8e61-b6c92f5974c8" providerId="ADAL" clId="{94EC9727-773F-4081-A467-B510B60F2121}" dt="2026-01-21T12:36:08.032" v="8451" actId="1076"/>
          <ac:spMkLst>
            <pc:docMk/>
            <pc:sldMk cId="206233517" sldId="368"/>
            <ac:spMk id="2" creationId="{8FB33BA4-A195-86C2-67F4-E26AC86D0336}"/>
          </ac:spMkLst>
        </pc:spChg>
        <pc:spChg chg="mod">
          <ac:chgData name="Mansi Kunjam" userId="a81a3b44-78ee-415d-8e61-b6c92f5974c8" providerId="ADAL" clId="{94EC9727-773F-4081-A467-B510B60F2121}" dt="2026-01-21T13:29:11.968" v="10688" actId="1076"/>
          <ac:spMkLst>
            <pc:docMk/>
            <pc:sldMk cId="206233517" sldId="368"/>
            <ac:spMk id="3" creationId="{0EC3CFB5-1357-B0A0-7060-D175DAC3582F}"/>
          </ac:spMkLst>
        </pc:spChg>
        <pc:picChg chg="del">
          <ac:chgData name="Mansi Kunjam" userId="a81a3b44-78ee-415d-8e61-b6c92f5974c8" providerId="ADAL" clId="{94EC9727-773F-4081-A467-B510B60F2121}" dt="2026-01-21T12:33:41.101" v="8174" actId="478"/>
          <ac:picMkLst>
            <pc:docMk/>
            <pc:sldMk cId="206233517" sldId="368"/>
            <ac:picMk id="6" creationId="{28B95774-D380-D17D-9740-DC0FCE80014D}"/>
          </ac:picMkLst>
        </pc:picChg>
      </pc:sldChg>
      <pc:sldChg chg="addSp delSp modSp add mod">
        <pc:chgData name="Mansi Kunjam" userId="a81a3b44-78ee-415d-8e61-b6c92f5974c8" providerId="ADAL" clId="{94EC9727-773F-4081-A467-B510B60F2121}" dt="2026-01-21T13:38:22.817" v="10755" actId="1036"/>
        <pc:sldMkLst>
          <pc:docMk/>
          <pc:sldMk cId="2413951866" sldId="369"/>
        </pc:sldMkLst>
        <pc:spChg chg="add del mod">
          <ac:chgData name="Mansi Kunjam" userId="a81a3b44-78ee-415d-8e61-b6c92f5974c8" providerId="ADAL" clId="{94EC9727-773F-4081-A467-B510B60F2121}" dt="2026-01-21T12:39:13.394" v="8564" actId="478"/>
          <ac:spMkLst>
            <pc:docMk/>
            <pc:sldMk cId="2413951866" sldId="369"/>
            <ac:spMk id="2" creationId="{C2C7CE13-33E5-2E4C-28A5-9DE09D0332C5}"/>
          </ac:spMkLst>
        </pc:spChg>
        <pc:spChg chg="mod">
          <ac:chgData name="Mansi Kunjam" userId="a81a3b44-78ee-415d-8e61-b6c92f5974c8" providerId="ADAL" clId="{94EC9727-773F-4081-A467-B510B60F2121}" dt="2026-01-21T13:26:35.818" v="10657" actId="1076"/>
          <ac:spMkLst>
            <pc:docMk/>
            <pc:sldMk cId="2413951866" sldId="369"/>
            <ac:spMk id="3" creationId="{DE8FF087-F07C-9B34-98D7-834EE1F0CEC4}"/>
          </ac:spMkLst>
        </pc:spChg>
        <pc:spChg chg="add mod">
          <ac:chgData name="Mansi Kunjam" userId="a81a3b44-78ee-415d-8e61-b6c92f5974c8" providerId="ADAL" clId="{94EC9727-773F-4081-A467-B510B60F2121}" dt="2026-01-21T13:38:22.817" v="10755" actId="1036"/>
          <ac:spMkLst>
            <pc:docMk/>
            <pc:sldMk cId="2413951866" sldId="369"/>
            <ac:spMk id="5" creationId="{BB65FDB7-9081-82EB-EDFC-680E1B789163}"/>
          </ac:spMkLst>
        </pc:spChg>
        <pc:spChg chg="add mod">
          <ac:chgData name="Mansi Kunjam" userId="a81a3b44-78ee-415d-8e61-b6c92f5974c8" providerId="ADAL" clId="{94EC9727-773F-4081-A467-B510B60F2121}" dt="2026-01-21T13:38:22.817" v="10755" actId="1036"/>
          <ac:spMkLst>
            <pc:docMk/>
            <pc:sldMk cId="2413951866" sldId="369"/>
            <ac:spMk id="6" creationId="{4D3ABCF5-3380-941F-891B-D31A1928D1EA}"/>
          </ac:spMkLst>
        </pc:spChg>
        <pc:spChg chg="add mod">
          <ac:chgData name="Mansi Kunjam" userId="a81a3b44-78ee-415d-8e61-b6c92f5974c8" providerId="ADAL" clId="{94EC9727-773F-4081-A467-B510B60F2121}" dt="2026-01-21T13:38:22.817" v="10755" actId="1036"/>
          <ac:spMkLst>
            <pc:docMk/>
            <pc:sldMk cId="2413951866" sldId="369"/>
            <ac:spMk id="7" creationId="{B90623B1-E97A-A9FB-C43D-C53F0FA8D1B1}"/>
          </ac:spMkLst>
        </pc:spChg>
        <pc:spChg chg="add mod">
          <ac:chgData name="Mansi Kunjam" userId="a81a3b44-78ee-415d-8e61-b6c92f5974c8" providerId="ADAL" clId="{94EC9727-773F-4081-A467-B510B60F2121}" dt="2026-01-21T13:38:15.344" v="10750" actId="1035"/>
          <ac:spMkLst>
            <pc:docMk/>
            <pc:sldMk cId="2413951866" sldId="369"/>
            <ac:spMk id="16" creationId="{C5F442CC-19E1-A288-8015-BEB2A57C576D}"/>
          </ac:spMkLst>
        </pc:spChg>
        <pc:spChg chg="add mod">
          <ac:chgData name="Mansi Kunjam" userId="a81a3b44-78ee-415d-8e61-b6c92f5974c8" providerId="ADAL" clId="{94EC9727-773F-4081-A467-B510B60F2121}" dt="2026-01-21T13:38:15.344" v="10750" actId="1035"/>
          <ac:spMkLst>
            <pc:docMk/>
            <pc:sldMk cId="2413951866" sldId="369"/>
            <ac:spMk id="17" creationId="{D56AC50E-31C9-F22B-41BA-BF46116C37B7}"/>
          </ac:spMkLst>
        </pc:spChg>
        <pc:spChg chg="add mod">
          <ac:chgData name="Mansi Kunjam" userId="a81a3b44-78ee-415d-8e61-b6c92f5974c8" providerId="ADAL" clId="{94EC9727-773F-4081-A467-B510B60F2121}" dt="2026-01-21T13:38:15.344" v="10750" actId="1035"/>
          <ac:spMkLst>
            <pc:docMk/>
            <pc:sldMk cId="2413951866" sldId="369"/>
            <ac:spMk id="18" creationId="{BCDA628A-67AD-C9AC-1BDA-D1DC70C1C7A6}"/>
          </ac:spMkLst>
        </pc:spChg>
        <pc:spChg chg="add mod">
          <ac:chgData name="Mansi Kunjam" userId="a81a3b44-78ee-415d-8e61-b6c92f5974c8" providerId="ADAL" clId="{94EC9727-773F-4081-A467-B510B60F2121}" dt="2026-01-21T12:40:21.935" v="8591"/>
          <ac:spMkLst>
            <pc:docMk/>
            <pc:sldMk cId="2413951866" sldId="369"/>
            <ac:spMk id="21" creationId="{FCDF6DAD-33AB-DD49-3AF0-0F1BEC775F04}"/>
          </ac:spMkLst>
        </pc:spChg>
        <pc:spChg chg="add mod">
          <ac:chgData name="Mansi Kunjam" userId="a81a3b44-78ee-415d-8e61-b6c92f5974c8" providerId="ADAL" clId="{94EC9727-773F-4081-A467-B510B60F2121}" dt="2026-01-21T12:40:21.935" v="8591"/>
          <ac:spMkLst>
            <pc:docMk/>
            <pc:sldMk cId="2413951866" sldId="369"/>
            <ac:spMk id="22" creationId="{D9317008-1D4F-F821-534C-EAF6B8DD1BDC}"/>
          </ac:spMkLst>
        </pc:spChg>
        <pc:spChg chg="add mod">
          <ac:chgData name="Mansi Kunjam" userId="a81a3b44-78ee-415d-8e61-b6c92f5974c8" providerId="ADAL" clId="{94EC9727-773F-4081-A467-B510B60F2121}" dt="2026-01-21T12:40:21.935" v="8591"/>
          <ac:spMkLst>
            <pc:docMk/>
            <pc:sldMk cId="2413951866" sldId="369"/>
            <ac:spMk id="23" creationId="{E9F028BF-FBF9-6D7C-D6D5-06694E7B6072}"/>
          </ac:spMkLst>
        </pc:spChg>
        <pc:spChg chg="add mod">
          <ac:chgData name="Mansi Kunjam" userId="a81a3b44-78ee-415d-8e61-b6c92f5974c8" providerId="ADAL" clId="{94EC9727-773F-4081-A467-B510B60F2121}" dt="2026-01-21T13:38:15.344" v="10750" actId="1035"/>
          <ac:spMkLst>
            <pc:docMk/>
            <pc:sldMk cId="2413951866" sldId="369"/>
            <ac:spMk id="26" creationId="{EDC914CC-705F-3115-1438-E8725162273E}"/>
          </ac:spMkLst>
        </pc:spChg>
        <pc:spChg chg="add mod ord">
          <ac:chgData name="Mansi Kunjam" userId="a81a3b44-78ee-415d-8e61-b6c92f5974c8" providerId="ADAL" clId="{94EC9727-773F-4081-A467-B510B60F2121}" dt="2026-01-21T13:38:00.519" v="10724" actId="20577"/>
          <ac:spMkLst>
            <pc:docMk/>
            <pc:sldMk cId="2413951866" sldId="369"/>
            <ac:spMk id="40" creationId="{E97ADBEC-231F-07C0-E706-3BC2AA28A6B6}"/>
          </ac:spMkLst>
        </pc:spChg>
        <pc:picChg chg="del">
          <ac:chgData name="Mansi Kunjam" userId="a81a3b44-78ee-415d-8e61-b6c92f5974c8" providerId="ADAL" clId="{94EC9727-773F-4081-A467-B510B60F2121}" dt="2026-01-21T12:36:54.415" v="8456" actId="478"/>
          <ac:picMkLst>
            <pc:docMk/>
            <pc:sldMk cId="2413951866" sldId="369"/>
            <ac:picMk id="4" creationId="{94CDA370-4DCF-5DC8-842E-9BBD03B0CA97}"/>
          </ac:picMkLst>
        </pc:picChg>
        <pc:cxnChg chg="add mod">
          <ac:chgData name="Mansi Kunjam" userId="a81a3b44-78ee-415d-8e61-b6c92f5974c8" providerId="ADAL" clId="{94EC9727-773F-4081-A467-B510B60F2121}" dt="2026-01-21T13:38:22.817" v="10755" actId="1036"/>
          <ac:cxnSpMkLst>
            <pc:docMk/>
            <pc:sldMk cId="2413951866" sldId="369"/>
            <ac:cxnSpMk id="9" creationId="{24EDC890-2438-599C-A693-B945F36E736A}"/>
          </ac:cxnSpMkLst>
        </pc:cxnChg>
        <pc:cxnChg chg="add mod">
          <ac:chgData name="Mansi Kunjam" userId="a81a3b44-78ee-415d-8e61-b6c92f5974c8" providerId="ADAL" clId="{94EC9727-773F-4081-A467-B510B60F2121}" dt="2026-01-21T13:38:22.817" v="10755" actId="1036"/>
          <ac:cxnSpMkLst>
            <pc:docMk/>
            <pc:sldMk cId="2413951866" sldId="369"/>
            <ac:cxnSpMk id="12" creationId="{8987F387-3DD3-8532-4DBA-DC714E759F96}"/>
          </ac:cxnSpMkLst>
        </pc:cxnChg>
        <pc:cxnChg chg="add mod">
          <ac:chgData name="Mansi Kunjam" userId="a81a3b44-78ee-415d-8e61-b6c92f5974c8" providerId="ADAL" clId="{94EC9727-773F-4081-A467-B510B60F2121}" dt="2026-01-21T13:38:15.344" v="10750" actId="1035"/>
          <ac:cxnSpMkLst>
            <pc:docMk/>
            <pc:sldMk cId="2413951866" sldId="369"/>
            <ac:cxnSpMk id="19" creationId="{B9153449-0A8C-AA32-17EF-9B2ED127707E}"/>
          </ac:cxnSpMkLst>
        </pc:cxnChg>
        <pc:cxnChg chg="add mod">
          <ac:chgData name="Mansi Kunjam" userId="a81a3b44-78ee-415d-8e61-b6c92f5974c8" providerId="ADAL" clId="{94EC9727-773F-4081-A467-B510B60F2121}" dt="2026-01-21T13:38:15.344" v="10750" actId="1035"/>
          <ac:cxnSpMkLst>
            <pc:docMk/>
            <pc:sldMk cId="2413951866" sldId="369"/>
            <ac:cxnSpMk id="20" creationId="{A07CCE22-71A7-4568-1EB8-172C6081B99F}"/>
          </ac:cxnSpMkLst>
        </pc:cxnChg>
        <pc:cxnChg chg="add mod">
          <ac:chgData name="Mansi Kunjam" userId="a81a3b44-78ee-415d-8e61-b6c92f5974c8" providerId="ADAL" clId="{94EC9727-773F-4081-A467-B510B60F2121}" dt="2026-01-21T12:40:21.935" v="8591"/>
          <ac:cxnSpMkLst>
            <pc:docMk/>
            <pc:sldMk cId="2413951866" sldId="369"/>
            <ac:cxnSpMk id="24" creationId="{6421A943-D15E-C136-9EED-66A535824308}"/>
          </ac:cxnSpMkLst>
        </pc:cxnChg>
        <pc:cxnChg chg="add mod">
          <ac:chgData name="Mansi Kunjam" userId="a81a3b44-78ee-415d-8e61-b6c92f5974c8" providerId="ADAL" clId="{94EC9727-773F-4081-A467-B510B60F2121}" dt="2026-01-21T12:40:21.935" v="8591"/>
          <ac:cxnSpMkLst>
            <pc:docMk/>
            <pc:sldMk cId="2413951866" sldId="369"/>
            <ac:cxnSpMk id="25" creationId="{3BCDAD9D-C2C5-1C75-7FB1-101AA23EA1C5}"/>
          </ac:cxnSpMkLst>
        </pc:cxnChg>
        <pc:cxnChg chg="add mod">
          <ac:chgData name="Mansi Kunjam" userId="a81a3b44-78ee-415d-8e61-b6c92f5974c8" providerId="ADAL" clId="{94EC9727-773F-4081-A467-B510B60F2121}" dt="2026-01-21T13:38:15.344" v="10750" actId="1035"/>
          <ac:cxnSpMkLst>
            <pc:docMk/>
            <pc:sldMk cId="2413951866" sldId="369"/>
            <ac:cxnSpMk id="28" creationId="{12690A79-A348-0B62-27B4-F162CE19C064}"/>
          </ac:cxnSpMkLst>
        </pc:cxnChg>
      </pc:sldChg>
      <pc:sldChg chg="addSp delSp modSp add mod">
        <pc:chgData name="Mansi Kunjam" userId="a81a3b44-78ee-415d-8e61-b6c92f5974c8" providerId="ADAL" clId="{94EC9727-773F-4081-A467-B510B60F2121}" dt="2026-01-21T13:29:01.869" v="10686" actId="1036"/>
        <pc:sldMkLst>
          <pc:docMk/>
          <pc:sldMk cId="3888317135" sldId="370"/>
        </pc:sldMkLst>
        <pc:spChg chg="add mod">
          <ac:chgData name="Mansi Kunjam" userId="a81a3b44-78ee-415d-8e61-b6c92f5974c8" providerId="ADAL" clId="{94EC9727-773F-4081-A467-B510B60F2121}" dt="2026-01-21T13:27:38.692" v="10680" actId="113"/>
          <ac:spMkLst>
            <pc:docMk/>
            <pc:sldMk cId="3888317135" sldId="370"/>
            <ac:spMk id="2" creationId="{E9AA313C-8247-73AA-946E-14E45A8363A4}"/>
          </ac:spMkLst>
        </pc:spChg>
        <pc:spChg chg="mod">
          <ac:chgData name="Mansi Kunjam" userId="a81a3b44-78ee-415d-8e61-b6c92f5974c8" providerId="ADAL" clId="{94EC9727-773F-4081-A467-B510B60F2121}" dt="2026-01-21T13:29:01.869" v="10686" actId="1036"/>
          <ac:spMkLst>
            <pc:docMk/>
            <pc:sldMk cId="3888317135" sldId="370"/>
            <ac:spMk id="3" creationId="{62E73638-A28A-4ADB-DFA0-2663283A7E0B}"/>
          </ac:spMkLst>
        </pc:spChg>
        <pc:spChg chg="del">
          <ac:chgData name="Mansi Kunjam" userId="a81a3b44-78ee-415d-8e61-b6c92f5974c8" providerId="ADAL" clId="{94EC9727-773F-4081-A467-B510B60F2121}" dt="2026-01-21T12:54:45.872" v="9977" actId="478"/>
          <ac:spMkLst>
            <pc:docMk/>
            <pc:sldMk cId="3888317135" sldId="370"/>
            <ac:spMk id="5" creationId="{FE4E0046-F9E3-C530-F4AD-41D895400B78}"/>
          </ac:spMkLst>
        </pc:spChg>
        <pc:spChg chg="del">
          <ac:chgData name="Mansi Kunjam" userId="a81a3b44-78ee-415d-8e61-b6c92f5974c8" providerId="ADAL" clId="{94EC9727-773F-4081-A467-B510B60F2121}" dt="2026-01-21T12:54:45.872" v="9977" actId="478"/>
          <ac:spMkLst>
            <pc:docMk/>
            <pc:sldMk cId="3888317135" sldId="370"/>
            <ac:spMk id="6" creationId="{7012C88E-1E81-84CF-14E4-7AF0E9451D27}"/>
          </ac:spMkLst>
        </pc:spChg>
        <pc:spChg chg="del">
          <ac:chgData name="Mansi Kunjam" userId="a81a3b44-78ee-415d-8e61-b6c92f5974c8" providerId="ADAL" clId="{94EC9727-773F-4081-A467-B510B60F2121}" dt="2026-01-21T12:54:45.872" v="9977" actId="478"/>
          <ac:spMkLst>
            <pc:docMk/>
            <pc:sldMk cId="3888317135" sldId="370"/>
            <ac:spMk id="7" creationId="{A9CC04EE-9579-C3E3-3A90-5353A13AA869}"/>
          </ac:spMkLst>
        </pc:spChg>
        <pc:spChg chg="del">
          <ac:chgData name="Mansi Kunjam" userId="a81a3b44-78ee-415d-8e61-b6c92f5974c8" providerId="ADAL" clId="{94EC9727-773F-4081-A467-B510B60F2121}" dt="2026-01-21T12:54:48.048" v="9978" actId="478"/>
          <ac:spMkLst>
            <pc:docMk/>
            <pc:sldMk cId="3888317135" sldId="370"/>
            <ac:spMk id="16" creationId="{821D28ED-8DDD-53CD-AE49-68EF8180BE7F}"/>
          </ac:spMkLst>
        </pc:spChg>
        <pc:spChg chg="del">
          <ac:chgData name="Mansi Kunjam" userId="a81a3b44-78ee-415d-8e61-b6c92f5974c8" providerId="ADAL" clId="{94EC9727-773F-4081-A467-B510B60F2121}" dt="2026-01-21T12:54:48.048" v="9978" actId="478"/>
          <ac:spMkLst>
            <pc:docMk/>
            <pc:sldMk cId="3888317135" sldId="370"/>
            <ac:spMk id="17" creationId="{0B10EF2E-C0EF-31BD-8FB8-D77F01AD4328}"/>
          </ac:spMkLst>
        </pc:spChg>
        <pc:spChg chg="del">
          <ac:chgData name="Mansi Kunjam" userId="a81a3b44-78ee-415d-8e61-b6c92f5974c8" providerId="ADAL" clId="{94EC9727-773F-4081-A467-B510B60F2121}" dt="2026-01-21T12:54:48.048" v="9978" actId="478"/>
          <ac:spMkLst>
            <pc:docMk/>
            <pc:sldMk cId="3888317135" sldId="370"/>
            <ac:spMk id="18" creationId="{AEF4FFA1-B14F-E72A-81CD-775099505A22}"/>
          </ac:spMkLst>
        </pc:spChg>
        <pc:spChg chg="del">
          <ac:chgData name="Mansi Kunjam" userId="a81a3b44-78ee-415d-8e61-b6c92f5974c8" providerId="ADAL" clId="{94EC9727-773F-4081-A467-B510B60F2121}" dt="2026-01-21T12:54:48.048" v="9978" actId="478"/>
          <ac:spMkLst>
            <pc:docMk/>
            <pc:sldMk cId="3888317135" sldId="370"/>
            <ac:spMk id="26" creationId="{C1CE46DA-AC42-A1FD-4833-E09CC379C32B}"/>
          </ac:spMkLst>
        </pc:spChg>
        <pc:spChg chg="del mod">
          <ac:chgData name="Mansi Kunjam" userId="a81a3b44-78ee-415d-8e61-b6c92f5974c8" providerId="ADAL" clId="{94EC9727-773F-4081-A467-B510B60F2121}" dt="2026-01-21T12:57:53.048" v="10408" actId="478"/>
          <ac:spMkLst>
            <pc:docMk/>
            <pc:sldMk cId="3888317135" sldId="370"/>
            <ac:spMk id="40" creationId="{E8017101-94C9-3C8C-39D3-BDD2BD381CDA}"/>
          </ac:spMkLst>
        </pc:spChg>
        <pc:cxnChg chg="del mod">
          <ac:chgData name="Mansi Kunjam" userId="a81a3b44-78ee-415d-8e61-b6c92f5974c8" providerId="ADAL" clId="{94EC9727-773F-4081-A467-B510B60F2121}" dt="2026-01-21T12:54:45.872" v="9977" actId="478"/>
          <ac:cxnSpMkLst>
            <pc:docMk/>
            <pc:sldMk cId="3888317135" sldId="370"/>
            <ac:cxnSpMk id="9" creationId="{58C1128F-7A30-AF6C-E293-6C7FF43A41E1}"/>
          </ac:cxnSpMkLst>
        </pc:cxnChg>
        <pc:cxnChg chg="del mod">
          <ac:chgData name="Mansi Kunjam" userId="a81a3b44-78ee-415d-8e61-b6c92f5974c8" providerId="ADAL" clId="{94EC9727-773F-4081-A467-B510B60F2121}" dt="2026-01-21T12:54:45.872" v="9977" actId="478"/>
          <ac:cxnSpMkLst>
            <pc:docMk/>
            <pc:sldMk cId="3888317135" sldId="370"/>
            <ac:cxnSpMk id="12" creationId="{48A7A9DA-614D-E3C0-9FDC-7232F4EE28C1}"/>
          </ac:cxnSpMkLst>
        </pc:cxnChg>
        <pc:cxnChg chg="del mod">
          <ac:chgData name="Mansi Kunjam" userId="a81a3b44-78ee-415d-8e61-b6c92f5974c8" providerId="ADAL" clId="{94EC9727-773F-4081-A467-B510B60F2121}" dt="2026-01-21T12:54:45.872" v="9977" actId="478"/>
          <ac:cxnSpMkLst>
            <pc:docMk/>
            <pc:sldMk cId="3888317135" sldId="370"/>
            <ac:cxnSpMk id="19" creationId="{265CD508-E975-2297-F573-432577558AD7}"/>
          </ac:cxnSpMkLst>
        </pc:cxnChg>
        <pc:cxnChg chg="del mod">
          <ac:chgData name="Mansi Kunjam" userId="a81a3b44-78ee-415d-8e61-b6c92f5974c8" providerId="ADAL" clId="{94EC9727-773F-4081-A467-B510B60F2121}" dt="2026-01-21T12:54:45.872" v="9977" actId="478"/>
          <ac:cxnSpMkLst>
            <pc:docMk/>
            <pc:sldMk cId="3888317135" sldId="370"/>
            <ac:cxnSpMk id="20" creationId="{7122F804-ED19-1999-54A2-8692BE2B578C}"/>
          </ac:cxnSpMkLst>
        </pc:cxnChg>
        <pc:cxnChg chg="del mod">
          <ac:chgData name="Mansi Kunjam" userId="a81a3b44-78ee-415d-8e61-b6c92f5974c8" providerId="ADAL" clId="{94EC9727-773F-4081-A467-B510B60F2121}" dt="2026-01-21T12:54:45.872" v="9977" actId="478"/>
          <ac:cxnSpMkLst>
            <pc:docMk/>
            <pc:sldMk cId="3888317135" sldId="370"/>
            <ac:cxnSpMk id="28" creationId="{CB60193D-9657-3FB3-572F-3BE59FB0EDC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876C2-2F10-4066-B70A-231178B3D9C9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3318B-1925-4B45-B030-D77E30CB9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94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C830AEDB-9636-3233-8CBB-D848A1FF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D7C21FCC-D3CC-3C0F-642E-1793C1C4A5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54DD3769-8990-4226-22EE-B56B9FAC7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1A106711-AB31-DAE0-3D04-2E7C20B76F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4202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0C83EB69-BFFB-6D2C-CCB8-28B131AA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E1518655-0E74-8CEE-D8D2-03D45C17E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DCCFA3A3-A239-65B3-50BD-08489C9F0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EB04E751-97F4-4478-A48C-F09C5E0B0D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865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BF1A7CAD-8F65-203D-DAD5-756EC089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38B16332-1E57-F38F-5E38-D89A8951C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329CE903-3319-C855-E757-6CA53D6C0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762CECFB-BBC0-CBF5-EA67-FB35D59D9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9246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DE6B1748-4BB6-2277-EB96-751BD10E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8267D1CE-2470-4CD1-39CF-BD37B8BE4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F9E9F2B4-ACF3-30FF-08A8-9A260E325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B71AB5E1-8F7D-B786-278F-A233E91F7E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1536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5E2D81BA-F6A8-4B6D-1D63-0711A856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1BA4CE02-0763-D646-2974-3805EC819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2EE1A8EC-B29A-0C87-86AA-282257461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7A4003AD-3543-AF6A-CA3B-618D813F01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5805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210C97B4-794F-C72B-5B92-1DEFA444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C73E5CD0-8532-24DD-F35C-5CA64C590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12FEF0C7-AB6C-3871-A11A-83406E44A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EC7A7AB5-E3B6-CCC0-95FD-018AE4978D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177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8EBDC0D3-7146-EBE2-6084-AC6D2F4F7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F7EF6A75-B40C-DA92-6CAB-DB7F6D0E7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5FF99BAC-9193-A4F4-6F9A-70C77A16FA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dirty="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6909FA20-25C5-E643-F973-4C36D6186D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6023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FF783616-6B63-EF4A-B09C-628F27F2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80D97DF2-6219-38D6-20D1-C3C8AAADC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EFDE082B-7A2D-AA90-B89B-0774874AC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dirty="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14DA8209-2D5C-7FA6-631A-B3EF13170F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9592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7F92253E-A1FE-1235-436E-33F7632B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AF649CF7-93E8-6F00-CB6D-793987C64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846046EB-59B4-2E12-D97F-42ADCD71F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dirty="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B254F6B9-E4BC-56FB-DB25-194FA6B85C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20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4FFAE49B-5DBD-90CB-9D62-7156C9F0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7898C8FF-843C-6672-3338-44EB795DE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D0D8B504-6B8C-C65B-A7DF-273E6D927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dirty="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5CBAF13D-4279-F664-4072-B904717412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3885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5FF9BE9C-0F36-F48A-F9FE-1958E17E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D432DDB0-D8A5-B5B0-94FC-8AFC08B90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A6334060-EDEA-9409-0642-AED66C29B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AA41D52B-72E9-4FED-4252-EC2A7F6DD2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3439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CB4620E5-5606-52AB-BD19-D376405D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07147A7C-4757-0250-6E18-6956D0961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7F7CCEC8-3F07-6493-2D5A-C3CD8BD7E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CFB4105D-2CF4-F175-6008-E9F1909AAF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3912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9A20FD34-89A9-D2B9-DA2D-6258CAFB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6C40ED74-3C24-62D8-E518-3A2A5005B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AD7C9834-B7B2-52DC-8780-C92A8FCBA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291DC052-4A4C-AB57-4517-7658A88FCE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5697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BEF181D1-5A78-0925-4BDE-D7954A1A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97A1777B-312E-3F17-3ACC-E75E48B3A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16C68D86-CF48-A5C5-9E33-DC10C689B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096A8570-CA1C-3815-13A3-0D3C704A9A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7155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792AC4CE-00CE-5D08-01B6-334175000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3439D629-F0CA-7271-21C6-3DC861CD1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FFB7EF1A-66CC-A1FA-01CC-279495AC1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EE8E6F46-031D-72B8-EBF2-C444BA8A8E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3621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AEB2B9FF-8C28-E5E8-7919-3430D917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641041A6-33EF-40AE-FA4F-4DF0C2816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8806D150-0C61-3F1D-E22E-80ED33F84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549893CE-3521-9510-02C6-5AD12C6379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323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29CD9554-1D7E-F486-539B-4D50CD2D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AA3FF0D2-0E83-9D8C-5E55-90E6C3649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C2261063-E4D0-FF71-344A-6CC755E92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D9B41FCC-9CB7-DEE4-3E25-EB2DDF6F28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5513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63DB9ACB-CFFE-0570-AE9A-309CFCFA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4C7C81B8-DC5A-4521-CCBF-D3C536EC2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DD4E501D-EA88-90BE-F879-1C4C29794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738FF7EC-4999-E398-8607-FCA68A6A2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8472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EC4A07F3-B58B-B6A6-44D8-F28C6D50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C6EB369B-45C2-F9B2-63BE-C6755CF10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C039DFE6-9E95-4341-7361-4EECD5EF4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5F295E19-3E61-065A-DF2F-A0ADCCFEF2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22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4CCB74CA-679A-2930-9C0E-858C99D8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9AFD927C-1250-46DA-16AB-A202DB68B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D641D636-3FD1-A808-6D42-39C43DA8F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691953F4-ED48-42F9-79F2-DD08C4CBA8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9339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61D93F08-36AB-D6BC-BC94-F410A988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C2455506-26DA-CE3C-1A81-8D3E4A72F9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6E474F5B-F2BF-F0FE-1E3C-3A6396BE6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8249D679-EF4A-80C6-E27F-96D968DA8A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5579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7122A769-01AE-FF8E-CD03-666609574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D97293FA-73B0-98B6-FEEA-F84B22312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9ACB90CD-67FB-C520-095B-F5430566B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C6739AD9-03EB-0853-A06A-03020B2904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5510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A5D4293F-D5E7-105B-4EB4-5372D9F2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2C350EF0-89E3-64CD-F3FB-858CA656E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009F0C73-D2F5-A737-D491-44A8F550C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dirty="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9D89C127-E606-6367-0975-93813A732C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0572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FAA0CE5E-DE15-F1BF-6FAA-50A02508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ECE5AF9D-978B-7592-8CB6-8329615D6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E1A5C300-799D-F92A-456D-1EFEF7E27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A6B2183C-F6A2-1D9D-D0D7-0557D4B776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00056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6AAEF88E-0C99-83A1-F936-6185F34C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F2F8A1B2-87C4-E53E-F707-5AA2D3BD0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9350DFEB-3E7D-8974-F6D5-BAC62345F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15869E9F-92EA-711F-9BD3-93766FD975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0465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14B52684-B804-298F-1694-DCE781F0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23FD0C49-B459-43ED-1634-AAFC19517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EE471B9E-67A7-BA1C-278F-13973E5CC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2E7001BF-F5C9-5C6A-A5B1-AD6257BF48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87230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F61BAFC4-1D66-7CC1-A880-F76614AE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D07F0792-4A9E-EB27-3AFA-7C06B08EB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93D6C0B7-69B1-E900-4431-2C325D05A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9F765943-D1F8-3E1A-3F18-2920007081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37538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2B1BB35E-441E-EDB8-6D8D-6775EDCE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251320E9-9463-0896-015B-071163046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0D983D01-D4EA-02B1-53A0-BEC224419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6E50B68B-6E9C-19D2-2281-E0CA9685F5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17710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277ED9C0-8AA7-1A98-A41B-087821EA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E93BBA21-164B-54C9-4E7A-F83C821ED9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D22EA44E-8E12-32FA-4AF9-B07BC6462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572B5553-741C-06DD-F776-F894E2488E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44273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7BA7F4BA-DB33-D3B0-607D-0314AEEE2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7CE235A4-9FCF-8D87-C028-EDE247F79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48441618-8383-DF9B-3444-EB6C83636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F25A4F02-0C1C-4ECC-8AC4-4A45A9081C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51964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A031DD96-7275-D367-4409-E39E7428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0451A5F8-918A-37D6-9C54-CF17D1807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705F949E-F9B4-60F2-658F-E31B558BC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3EE90F8A-537D-7A36-A614-4D9944DFD1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48263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D1A80CD4-BC1C-C83E-43B8-9CF0DFFA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C1CE7D94-331E-E98C-9152-31BD7129B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54F61C6D-93F1-9AA7-7354-88BE577E7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31894625-395C-AB35-C4C3-8B1592785B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1986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F9C0034F-08A8-5DFE-CD58-6EADF074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BAB499EF-2A6C-DB7A-62E0-6223516A5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7FADDCBD-F54B-C865-0987-E88D5EA7F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10F96856-08F7-55BD-BAFA-7DE7FC0199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04816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F06C4C85-8CD6-D39B-DE80-7376724C0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98FC39F4-BB40-DAFD-D588-D7D81446E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E0E28400-4642-4803-4967-5AC5E6C39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8D4EDC6A-8A26-79C8-4884-F3A538E4C9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17785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E6F4837D-97A7-8CDC-2BF5-8BA9EB2C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B15A8B2A-D502-6B9D-9CB5-E0136C6C8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6C4E1F32-9EC8-4C14-9CFD-A9E3A3515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03CC01BF-0E16-340D-62A0-10B96E68BB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54023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B7145219-4B21-F6E1-6920-68432BB1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86ED90FC-7631-5878-EDBC-32719FDD4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BC4BD4F9-D07F-D08D-6B90-951D15802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CDCEC05B-C0D9-E96E-F2F3-3FC0E6C610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14078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58A41023-6042-F9CD-B0DA-87A90217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EC62E55E-5B0E-BD2D-5A6D-930408E0F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B344BA6A-36EC-8577-1727-42D5AC471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D59BA610-D36A-E5F9-3388-CCF3CF77D6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07679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C36D1DB2-96B6-088C-56F2-3E28D3E36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49EB7EF5-B755-F758-2D3E-E9C9F9927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E1E66A77-CC20-74F3-96E8-FABB429DB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dirty="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6EB38FE7-F318-C05C-380E-721D4470FE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82532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703F855D-2955-49E0-D2FA-CFC63211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0D151F07-DA60-FCF5-A6E5-5EE30BAADF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6C2F6B6F-481A-1EE2-8E17-5F64DC157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D8BE3543-6C07-846E-CE03-37D4F526D1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94077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3D81FA60-BE01-605C-1D57-2CB65F3D4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0FC49AA5-1CDA-2D51-4FA6-31D80EEED8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19FAC64C-CD71-00CE-2EE8-0DCAF9006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A644E951-5B05-C4F1-4529-8663E9E87F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6725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>
          <a:extLst>
            <a:ext uri="{FF2B5EF4-FFF2-40B4-BE49-F238E27FC236}">
              <a16:creationId xmlns:a16="http://schemas.microsoft.com/office/drawing/2014/main" id="{928ACB76-7618-008F-4126-60503B20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:notes">
            <a:extLst>
              <a:ext uri="{FF2B5EF4-FFF2-40B4-BE49-F238E27FC236}">
                <a16:creationId xmlns:a16="http://schemas.microsoft.com/office/drawing/2014/main" id="{54D90F7C-3660-217F-ACD3-C0C1ACD3DE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2" name="Google Shape;1942;p1:notes">
            <a:extLst>
              <a:ext uri="{FF2B5EF4-FFF2-40B4-BE49-F238E27FC236}">
                <a16:creationId xmlns:a16="http://schemas.microsoft.com/office/drawing/2014/main" id="{456B7C30-ED55-5C30-DB01-9167809FC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/>
          </a:p>
        </p:txBody>
      </p:sp>
      <p:sp>
        <p:nvSpPr>
          <p:cNvPr id="1943" name="Google Shape;1943;p1:notes">
            <a:extLst>
              <a:ext uri="{FF2B5EF4-FFF2-40B4-BE49-F238E27FC236}">
                <a16:creationId xmlns:a16="http://schemas.microsoft.com/office/drawing/2014/main" id="{AF600740-C6F4-7A23-CFFA-EBAF2D3268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6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306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D404-61AF-546A-C281-3FB4A48C9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39E07-D3CF-A695-8A21-D1ADF0436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30FB8-3FBF-0E95-3F11-6F056193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04782-1988-40EB-27D8-229916EA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CA0B5-7154-5048-6EF4-8F904BB3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28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E144-DD73-FF76-88A6-E42EBC23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21C33-DE83-6B89-CBC0-30554B85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6F8E-61DC-3F8F-7345-C2FD72FF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A0283-3BBF-8F78-0049-D62C84656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871A-7109-1873-361F-0884ECB6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11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9E5B-4D8A-275E-9314-1372DD0B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A2808-29BF-0EAC-AB30-0AD36449F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24FE-E5CA-FCB4-1DE7-4C959EEA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8E5A8-B4FB-5F43-31EE-56111379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0F673-3F99-1331-6257-361880BF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33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0CDF-E4FE-05FB-4D9B-2D9818EA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84D5-902B-4DC4-6604-EE4FD5677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A5595-6323-4DF5-3775-6D046E586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DB613-B793-D250-56E1-1E3A1903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C7F62-CEC9-379B-F9B3-9E4368E2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E5BE5-C057-EA2E-ADD3-F5573124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9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9F25-ADAC-5FA3-71E8-75B5C575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04CE0-57AC-842D-34AC-D7A38D31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A842D-7B7A-DC77-F2F6-B9775CC04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F94D7-D9AE-28FA-7513-67F6C308F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6A1874-DE0A-95D4-5D17-875C9535C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729333-714F-A4AA-97BC-84E4AD79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2AFCC5-112D-7DCB-D07A-06A548B8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424D1-40DB-99C5-87D5-C362E830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7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090F-BE0D-760E-FBC1-E9779AE4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FF64E-7474-5BDF-8A73-C82ACB42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EDB10-EF2E-9EF2-AE41-3ACF4862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B0E9A-01A4-75CE-AAB3-DB1A1D01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0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01ED-8147-E16E-C0FF-81FAC1A5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DE6DE-E3BF-E45C-3D66-DBB7E634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65769-327E-D33F-9351-8677BE18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34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1602-AFB9-C601-9752-63BAB0B0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34EF-3FEC-6EC8-F76A-1EDDC9EC9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37403-9A29-6E46-116C-9CBD9E8C9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27735-9B8E-8341-EB9B-04E4F19D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A6E99-0BBD-541B-7977-2C17F121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C5DD5-5DAF-2844-FECB-7DFED086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67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4DEB7-D1E3-182C-56DA-641A8F8E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ED986-EB5D-F07F-9A78-8FACCE919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9A13C-7322-1698-C71A-A1B74A83F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7CA71-F3AE-D5CE-BA96-45220159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DA1DF-9F84-B02D-4E89-0ED6CA39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76418-1764-88DE-0407-E00E968B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22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1EB8-1381-2A08-D7B1-EAFBDDE9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7C860-6C4B-DEDA-CA84-C03C8FD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52F05-168A-7768-8B64-999D3D21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793CD-981B-B16A-7E3C-8E9415AAD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D7541-8E49-1323-27B6-84776D3E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69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20B9DF-56EB-E5B2-96F1-D8146E885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4EFC8-0355-02BC-385B-418823862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5963D-7AE9-7404-3A2D-236DFE78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64181-5561-525B-9920-D7E7C8DF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00FF-79E3-30C5-FD88-316E5726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83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oogle Shape;13;p43"/>
          <p:cNvGraphicFramePr/>
          <p:nvPr/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88" imgH="1588" progId="TCLayout.ActiveDocument.1">
                  <p:embed/>
                </p:oleObj>
              </mc:Choice>
              <mc:Fallback>
                <p:oleObj r:id="rId2" imgW="1588" imgH="1588" progId="TCLayout.ActiveDocument.1">
                  <p:embed/>
                  <p:pic>
                    <p:nvPicPr>
                      <p:cNvPr id="13" name="Google Shape;13;p43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06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61EAF-80CC-2044-030E-F11E3A4B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B8E8A-1D03-1684-D50F-EA901BB03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E98A3-29BD-053C-2033-DEEB69D8D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2D4A0-07CE-45B1-AA4B-6944D432F5E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F727-4595-2ADD-2AFB-A514A279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45708-0710-D929-AB51-3BFDD250B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565B5-5326-4B1A-8017-7F30BD0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45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BD39538A-CB67-E945-866E-3633638B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">
            <a:extLst>
              <a:ext uri="{FF2B5EF4-FFF2-40B4-BE49-F238E27FC236}">
                <a16:creationId xmlns:a16="http://schemas.microsoft.com/office/drawing/2014/main" id="{7184D15D-C550-D6B1-FDD2-6774BD5E795F}"/>
              </a:ext>
            </a:extLst>
          </p:cNvPr>
          <p:cNvSpPr txBox="1"/>
          <p:nvPr/>
        </p:nvSpPr>
        <p:spPr>
          <a:xfrm>
            <a:off x="1113183" y="2277382"/>
            <a:ext cx="979004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buClr>
                <a:schemeClr val="accent1"/>
              </a:buClr>
              <a:buSzPts val="4800"/>
            </a:pPr>
            <a:r>
              <a:rPr lang="en-GB" sz="48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SESSION 2</a:t>
            </a:r>
          </a:p>
          <a:p>
            <a:pPr lvl="0" algn="ctr">
              <a:buClr>
                <a:schemeClr val="accent1"/>
              </a:buClr>
              <a:buSzPts val="4800"/>
            </a:pPr>
            <a:r>
              <a:rPr lang="en-GB" sz="48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Hallucination: Causes and Impact</a:t>
            </a:r>
            <a:endParaRPr lang="en-GB" sz="4800" b="1" i="0" u="none" strike="noStrike" cap="none" dirty="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7338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73C58895-EDA0-1488-B58E-C04F84CA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">
            <a:extLst>
              <a:ext uri="{FF2B5EF4-FFF2-40B4-BE49-F238E27FC236}">
                <a16:creationId xmlns:a16="http://schemas.microsoft.com/office/drawing/2014/main" id="{C78682A6-01F8-5267-7E0E-25DA48ADE87E}"/>
              </a:ext>
            </a:extLst>
          </p:cNvPr>
          <p:cNvSpPr txBox="1"/>
          <p:nvPr/>
        </p:nvSpPr>
        <p:spPr>
          <a:xfrm>
            <a:off x="2632384" y="2382485"/>
            <a:ext cx="692723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buClr>
                <a:schemeClr val="accent1"/>
              </a:buClr>
              <a:buSzPts val="4800"/>
            </a:pPr>
            <a:r>
              <a:rPr lang="en-GB" sz="48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Defining Hallucination And Its Types</a:t>
            </a:r>
          </a:p>
        </p:txBody>
      </p:sp>
    </p:spTree>
    <p:extLst>
      <p:ext uri="{BB962C8B-B14F-4D97-AF65-F5344CB8AC3E}">
        <p14:creationId xmlns:p14="http://schemas.microsoft.com/office/powerpoint/2010/main" val="285465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2350846A-EC5F-23C6-9C88-55575E32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012A92-E1FC-155D-0B4C-BE89ECE93DE2}"/>
              </a:ext>
            </a:extLst>
          </p:cNvPr>
          <p:cNvSpPr txBox="1"/>
          <p:nvPr/>
        </p:nvSpPr>
        <p:spPr>
          <a:xfrm>
            <a:off x="2730499" y="196491"/>
            <a:ext cx="673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What is Hallucination in GenAI Systems?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77B01D-7F29-8BB9-5633-A855B6240B40}"/>
              </a:ext>
            </a:extLst>
          </p:cNvPr>
          <p:cNvSpPr/>
          <p:nvPr/>
        </p:nvSpPr>
        <p:spPr>
          <a:xfrm>
            <a:off x="916024" y="1547770"/>
            <a:ext cx="10359951" cy="3762459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GB" b="1" dirty="0">
                <a:solidFill>
                  <a:srgbClr val="333333"/>
                </a:solidFill>
              </a:rPr>
              <a:t>Hallucination</a:t>
            </a:r>
            <a:r>
              <a:rPr lang="en-GB" dirty="0">
                <a:solidFill>
                  <a:srgbClr val="333333"/>
                </a:solidFill>
              </a:rPr>
              <a:t> in the context of Large Language Models (LLMs) refers to the generation of content that is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GB" b="1" dirty="0">
                <a:solidFill>
                  <a:srgbClr val="333333"/>
                </a:solidFill>
              </a:rPr>
              <a:t>Factually incorrect</a:t>
            </a:r>
            <a:r>
              <a:rPr lang="en-GB" dirty="0">
                <a:solidFill>
                  <a:srgbClr val="333333"/>
                </a:solidFill>
              </a:rPr>
              <a:t> - contradicts real-world truth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GB" b="1" dirty="0">
                <a:solidFill>
                  <a:srgbClr val="333333"/>
                </a:solidFill>
              </a:rPr>
              <a:t>Fabricated - </a:t>
            </a:r>
            <a:r>
              <a:rPr lang="en-GB" dirty="0">
                <a:solidFill>
                  <a:srgbClr val="333333"/>
                </a:solidFill>
              </a:rPr>
              <a:t>invented without basis in training data or provided context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GB" b="1" dirty="0">
                <a:solidFill>
                  <a:srgbClr val="333333"/>
                </a:solidFill>
              </a:rPr>
              <a:t>Nonsensical - </a:t>
            </a:r>
            <a:r>
              <a:rPr lang="en-GB" dirty="0">
                <a:solidFill>
                  <a:srgbClr val="333333"/>
                </a:solidFill>
              </a:rPr>
              <a:t>logically inconsistent or incoherent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GB" b="1" dirty="0">
                <a:solidFill>
                  <a:srgbClr val="333333"/>
                </a:solidFill>
              </a:rPr>
              <a:t>Unfaithful - </a:t>
            </a:r>
            <a:r>
              <a:rPr lang="en-GB" dirty="0">
                <a:solidFill>
                  <a:srgbClr val="333333"/>
                </a:solidFill>
              </a:rPr>
              <a:t>contradicts the source material provided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87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8D47ABB3-0A1E-33BA-1E87-7C5B82DD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3EFA3C-2886-E3A9-3750-24AAD6CE807B}"/>
              </a:ext>
            </a:extLst>
          </p:cNvPr>
          <p:cNvSpPr txBox="1"/>
          <p:nvPr/>
        </p:nvSpPr>
        <p:spPr>
          <a:xfrm>
            <a:off x="3292811" y="2170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What is Hallucination in GenAI Systems?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C6745-B323-FA29-3E84-EFB605D0EA9E}"/>
              </a:ext>
            </a:extLst>
          </p:cNvPr>
          <p:cNvSpPr txBox="1"/>
          <p:nvPr/>
        </p:nvSpPr>
        <p:spPr>
          <a:xfrm>
            <a:off x="1420237" y="1169254"/>
            <a:ext cx="9841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0" dirty="0">
                <a:solidFill>
                  <a:srgbClr val="333333"/>
                </a:solidFill>
                <a:effectLst/>
                <a:latin typeface="+mj-lt"/>
              </a:rPr>
              <a:t>A hallucination is any generated content that appears plausible but is not grounded in the training data, provided context, or factual reality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E64499-E83D-A652-D885-0EAEF11F8049}"/>
              </a:ext>
            </a:extLst>
          </p:cNvPr>
          <p:cNvSpPr/>
          <p:nvPr/>
        </p:nvSpPr>
        <p:spPr>
          <a:xfrm>
            <a:off x="5370452" y="2779337"/>
            <a:ext cx="1242846" cy="8907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LLM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8D22B6-5C3A-E1F3-65D3-14728378677D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456050" y="3211840"/>
            <a:ext cx="914402" cy="12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992114-BDFF-FABC-C357-E458373136E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613298" y="3224712"/>
            <a:ext cx="717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A5AF11-10AC-CD17-216B-38363B7844CE}"/>
              </a:ext>
            </a:extLst>
          </p:cNvPr>
          <p:cNvCxnSpPr>
            <a:cxnSpLocks/>
          </p:cNvCxnSpPr>
          <p:nvPr/>
        </p:nvCxnSpPr>
        <p:spPr>
          <a:xfrm flipH="1">
            <a:off x="8490703" y="3914316"/>
            <a:ext cx="2" cy="583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5325224-EBF8-959D-BC18-0BA782FCC8D6}"/>
              </a:ext>
            </a:extLst>
          </p:cNvPr>
          <p:cNvSpPr txBox="1"/>
          <p:nvPr/>
        </p:nvSpPr>
        <p:spPr>
          <a:xfrm>
            <a:off x="2999360" y="218914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5C6B80-CAF8-0887-52CD-86585AA31C66}"/>
              </a:ext>
            </a:extLst>
          </p:cNvPr>
          <p:cNvSpPr txBox="1"/>
          <p:nvPr/>
        </p:nvSpPr>
        <p:spPr>
          <a:xfrm>
            <a:off x="7940379" y="1967150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491204-970F-0FF2-09C6-780594BABA68}"/>
              </a:ext>
            </a:extLst>
          </p:cNvPr>
          <p:cNvSpPr/>
          <p:nvPr/>
        </p:nvSpPr>
        <p:spPr>
          <a:xfrm>
            <a:off x="2451828" y="2558481"/>
            <a:ext cx="2007466" cy="135583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“Who invented the telephone?”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657007-352A-234A-8144-537518AF8A41}"/>
              </a:ext>
            </a:extLst>
          </p:cNvPr>
          <p:cNvSpPr/>
          <p:nvPr/>
        </p:nvSpPr>
        <p:spPr>
          <a:xfrm>
            <a:off x="7330630" y="2335075"/>
            <a:ext cx="2320151" cy="15644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“</a:t>
            </a:r>
            <a:r>
              <a:rPr lang="en-IN" i="1" dirty="0">
                <a:solidFill>
                  <a:sysClr val="windowText" lastClr="000000"/>
                </a:solidFill>
              </a:rPr>
              <a:t>Marie Curie won the Nobel Prize for inventing the telephone in 1903</a:t>
            </a:r>
            <a:r>
              <a:rPr lang="en-IN" dirty="0">
                <a:solidFill>
                  <a:sysClr val="windowText" lastClr="000000"/>
                </a:solidFill>
              </a:rPr>
              <a:t>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83A37E-BED0-1989-2D94-059BE8A24897}"/>
              </a:ext>
            </a:extLst>
          </p:cNvPr>
          <p:cNvSpPr/>
          <p:nvPr/>
        </p:nvSpPr>
        <p:spPr>
          <a:xfrm>
            <a:off x="7330630" y="4539822"/>
            <a:ext cx="2320151" cy="156444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</a:rPr>
              <a:t>HALLUCINATION</a:t>
            </a:r>
          </a:p>
          <a:p>
            <a:pPr algn="ctr"/>
            <a:endParaRPr lang="en-IN" sz="600" dirty="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ysClr val="windowText" lastClr="000000"/>
                </a:solidFill>
              </a:rPr>
              <a:t>Wrong Person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ysClr val="windowText" lastClr="000000"/>
                </a:solidFill>
              </a:rPr>
              <a:t>Wrong Award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ysClr val="windowText" lastClr="000000"/>
                </a:solidFill>
              </a:rPr>
              <a:t>Fabricated</a:t>
            </a:r>
          </a:p>
        </p:txBody>
      </p:sp>
    </p:spTree>
    <p:extLst>
      <p:ext uri="{BB962C8B-B14F-4D97-AF65-F5344CB8AC3E}">
        <p14:creationId xmlns:p14="http://schemas.microsoft.com/office/powerpoint/2010/main" val="13919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0D5DEA70-198C-0C26-B543-5197DF81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AAF65-034C-6347-B4D5-BE34EDF6B7D2}"/>
              </a:ext>
            </a:extLst>
          </p:cNvPr>
          <p:cNvSpPr txBox="1"/>
          <p:nvPr/>
        </p:nvSpPr>
        <p:spPr>
          <a:xfrm>
            <a:off x="3047999" y="2176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All LLMs can Hallucinate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41AC37-72EE-ED73-54F1-8D0FCBAB9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903128"/>
              </p:ext>
            </p:extLst>
          </p:nvPr>
        </p:nvGraphicFramePr>
        <p:xfrm>
          <a:off x="2031999" y="3200721"/>
          <a:ext cx="8128000" cy="283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199951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84065370"/>
                    </a:ext>
                  </a:extLst>
                </a:gridCol>
              </a:tblGrid>
              <a:tr h="56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What LLMs Do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What LLMs Don't Do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057004"/>
                  </a:ext>
                </a:extLst>
              </a:tr>
              <a:tr h="566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Predict likely next tokens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Understand truth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950736"/>
                  </a:ext>
                </a:extLst>
              </a:tr>
              <a:tr h="566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Match patterns from training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Verify facts in real-time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390309"/>
                  </a:ext>
                </a:extLst>
              </a:tr>
              <a:tr h="566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Generate fluent text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Distinguish fact from fiction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171185"/>
                  </a:ext>
                </a:extLst>
              </a:tr>
              <a:tr h="566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Complete probable sequences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Access live information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83573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489089-5983-7222-1D82-F04C528BFCA3}"/>
              </a:ext>
            </a:extLst>
          </p:cNvPr>
          <p:cNvSpPr/>
          <p:nvPr/>
        </p:nvSpPr>
        <p:spPr>
          <a:xfrm>
            <a:off x="1587822" y="1118681"/>
            <a:ext cx="9016355" cy="1665034"/>
          </a:xfrm>
          <a:prstGeom prst="roundRect">
            <a:avLst>
              <a:gd name="adj" fmla="val 7650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GB" dirty="0">
                <a:solidFill>
                  <a:srgbClr val="333333"/>
                </a:solidFill>
              </a:rPr>
              <a:t>LLMs are fundamentally statistical pattern matchers, not knowledge bases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GB" dirty="0">
                <a:solidFill>
                  <a:srgbClr val="333333"/>
                </a:solidFill>
              </a:rPr>
              <a:t>LLMs don’t “know” things; they predict what text should look like based on patterns, which makes them prone to generating plausible-sounding falsehoods</a:t>
            </a:r>
          </a:p>
        </p:txBody>
      </p:sp>
    </p:spTree>
    <p:extLst>
      <p:ext uri="{BB962C8B-B14F-4D97-AF65-F5344CB8AC3E}">
        <p14:creationId xmlns:p14="http://schemas.microsoft.com/office/powerpoint/2010/main" val="31331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BA455382-9B19-55EC-E562-53177268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B141A-349C-F014-0FE3-1F9110C7B25D}"/>
              </a:ext>
            </a:extLst>
          </p:cNvPr>
          <p:cNvSpPr txBox="1"/>
          <p:nvPr/>
        </p:nvSpPr>
        <p:spPr>
          <a:xfrm>
            <a:off x="2863098" y="2498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Taxonomy of Hallucinations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AB677D0-ECF0-0070-C868-C10B4830B50A}"/>
              </a:ext>
            </a:extLst>
          </p:cNvPr>
          <p:cNvGrpSpPr/>
          <p:nvPr/>
        </p:nvGrpSpPr>
        <p:grpSpPr>
          <a:xfrm>
            <a:off x="1603375" y="2228088"/>
            <a:ext cx="8985250" cy="3505638"/>
            <a:chOff x="1164345" y="2103612"/>
            <a:chExt cx="8985250" cy="35056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C2E297-6AF4-33AB-E19D-5FC69677D318}"/>
                </a:ext>
              </a:extLst>
            </p:cNvPr>
            <p:cNvSpPr txBox="1"/>
            <p:nvPr/>
          </p:nvSpPr>
          <p:spPr>
            <a:xfrm>
              <a:off x="4716824" y="2103612"/>
              <a:ext cx="20646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000" dirty="0"/>
                <a:t>HALLUCINATION</a:t>
              </a:r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3A0B17-8812-5C7F-A502-08C7F14FB1C9}"/>
                </a:ext>
              </a:extLst>
            </p:cNvPr>
            <p:cNvSpPr txBox="1"/>
            <p:nvPr/>
          </p:nvSpPr>
          <p:spPr>
            <a:xfrm>
              <a:off x="1164345" y="4940538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Intrinsic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EB7B11-A493-4C51-E2E6-CB02CD0DB560}"/>
                </a:ext>
              </a:extLst>
            </p:cNvPr>
            <p:cNvSpPr txBox="1"/>
            <p:nvPr/>
          </p:nvSpPr>
          <p:spPr>
            <a:xfrm>
              <a:off x="3002236" y="4940538"/>
              <a:ext cx="10374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Extrinsic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F2648D-F3A4-5C73-80FE-36CAE79457E2}"/>
                </a:ext>
              </a:extLst>
            </p:cNvPr>
            <p:cNvSpPr txBox="1"/>
            <p:nvPr/>
          </p:nvSpPr>
          <p:spPr>
            <a:xfrm>
              <a:off x="4158696" y="4962919"/>
              <a:ext cx="13133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Factual </a:t>
              </a:r>
            </a:p>
            <a:p>
              <a:pPr algn="ctr"/>
              <a:r>
                <a:rPr lang="en-IN" dirty="0"/>
                <a:t>Fabrication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2DDF57-8733-D8B8-7EB9-F67402F2D37D}"/>
                </a:ext>
              </a:extLst>
            </p:cNvPr>
            <p:cNvSpPr txBox="1"/>
            <p:nvPr/>
          </p:nvSpPr>
          <p:spPr>
            <a:xfrm>
              <a:off x="6238490" y="4951728"/>
              <a:ext cx="8972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Logical</a:t>
              </a:r>
            </a:p>
            <a:p>
              <a:pPr algn="ctr"/>
              <a:r>
                <a:rPr lang="en-IN" dirty="0"/>
                <a:t>Error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41949E-898C-ABB5-4C9C-E2AEBF3898BB}"/>
                </a:ext>
              </a:extLst>
            </p:cNvPr>
            <p:cNvSpPr txBox="1"/>
            <p:nvPr/>
          </p:nvSpPr>
          <p:spPr>
            <a:xfrm>
              <a:off x="7355195" y="4947209"/>
              <a:ext cx="86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Benign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3D736C-18FE-F7DD-54DD-4AAFE3E2A581}"/>
                </a:ext>
              </a:extLst>
            </p:cNvPr>
            <p:cNvSpPr txBox="1"/>
            <p:nvPr/>
          </p:nvSpPr>
          <p:spPr>
            <a:xfrm>
              <a:off x="9147398" y="4940537"/>
              <a:ext cx="1002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Harmful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CFABC97B-8A6A-E04C-6678-577357B3134D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rot="5400000">
              <a:off x="1573584" y="3923321"/>
              <a:ext cx="1104268" cy="93016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5790297A-6447-81C6-84B6-520626E891A9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rot="16200000" flipH="1">
              <a:off x="2503751" y="3923320"/>
              <a:ext cx="1104268" cy="93016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46EFBEF1-2976-5427-0F16-33D3887C17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22837" y="3928814"/>
              <a:ext cx="1126651" cy="94155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7750C4AA-D297-630B-40CB-427A5244721F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rot="16200000" flipH="1">
              <a:off x="5664294" y="3928915"/>
              <a:ext cx="1115460" cy="93016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9B9561B4-3FD3-9AE6-39A0-DE6512CF03F0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rot="5400000">
              <a:off x="7697779" y="3926657"/>
              <a:ext cx="1110940" cy="93016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6F5031A5-BA35-9ED4-EDEC-B4E0FCF7899B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rot="16200000" flipH="1">
              <a:off x="8631280" y="3923320"/>
              <a:ext cx="1104268" cy="93016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B69F0558-CDEE-B335-FBD4-8EEDD7D84211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rot="5400000">
              <a:off x="3850548" y="1243975"/>
              <a:ext cx="638865" cy="315835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FDC7A55B-FB50-5A68-FC61-3988359A5C9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423891" y="2819262"/>
              <a:ext cx="638863" cy="778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C1BDF0F6-566F-F729-3BA3-CB39D75492B6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rot="16200000" flipH="1">
              <a:off x="6914313" y="1338568"/>
              <a:ext cx="638864" cy="296917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6DC2D49-0CBA-C1CC-832B-C5EE663FD857}"/>
              </a:ext>
            </a:extLst>
          </p:cNvPr>
          <p:cNvSpPr txBox="1"/>
          <p:nvPr/>
        </p:nvSpPr>
        <p:spPr>
          <a:xfrm>
            <a:off x="1547927" y="1146655"/>
            <a:ext cx="9096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0" i="0" dirty="0">
                <a:solidFill>
                  <a:srgbClr val="333333"/>
                </a:solidFill>
                <a:effectLst/>
                <a:latin typeface="+mj-lt"/>
              </a:rPr>
              <a:t>Hallucinations can be classified along multiple dimensions. Understanding this taxonomy helps in designing targeted mitigation strategies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B073C9-BD83-4CA4-7A23-D3E3A1CB06BC}"/>
              </a:ext>
            </a:extLst>
          </p:cNvPr>
          <p:cNvSpPr/>
          <p:nvPr/>
        </p:nvSpPr>
        <p:spPr>
          <a:xfrm>
            <a:off x="2284916" y="3267061"/>
            <a:ext cx="1453779" cy="69368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By source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AF12ED-2987-C1C4-1BEB-5C33E32CE873}"/>
              </a:ext>
            </a:extLst>
          </p:cNvPr>
          <p:cNvSpPr/>
          <p:nvPr/>
        </p:nvSpPr>
        <p:spPr>
          <a:xfrm>
            <a:off x="8467994" y="3267060"/>
            <a:ext cx="1453779" cy="69368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By impact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BD9F2D-0F39-1F60-442E-26287BB3F7C1}"/>
              </a:ext>
            </a:extLst>
          </p:cNvPr>
          <p:cNvSpPr/>
          <p:nvPr/>
        </p:nvSpPr>
        <p:spPr>
          <a:xfrm>
            <a:off x="5487107" y="3267060"/>
            <a:ext cx="1453779" cy="69368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By type</a:t>
            </a:r>
          </a:p>
        </p:txBody>
      </p:sp>
    </p:spTree>
    <p:extLst>
      <p:ext uri="{BB962C8B-B14F-4D97-AF65-F5344CB8AC3E}">
        <p14:creationId xmlns:p14="http://schemas.microsoft.com/office/powerpoint/2010/main" val="8936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8E8411EC-DB0C-B19A-AEBC-B3A07FF3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0E5B38-6B71-8F7D-4335-1510B68D5E4C}"/>
              </a:ext>
            </a:extLst>
          </p:cNvPr>
          <p:cNvSpPr txBox="1"/>
          <p:nvPr/>
        </p:nvSpPr>
        <p:spPr>
          <a:xfrm>
            <a:off x="3048000" y="1846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Hallucination By Source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154A3E-EA8E-1F56-C572-314FE864FEB4}"/>
              </a:ext>
            </a:extLst>
          </p:cNvPr>
          <p:cNvCxnSpPr>
            <a:cxnSpLocks/>
          </p:cNvCxnSpPr>
          <p:nvPr/>
        </p:nvCxnSpPr>
        <p:spPr>
          <a:xfrm>
            <a:off x="6096000" y="945931"/>
            <a:ext cx="0" cy="53077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AF9F8C6-28E5-D90E-8642-A44BE0920933}"/>
              </a:ext>
            </a:extLst>
          </p:cNvPr>
          <p:cNvSpPr txBox="1"/>
          <p:nvPr/>
        </p:nvSpPr>
        <p:spPr>
          <a:xfrm>
            <a:off x="688998" y="1104262"/>
            <a:ext cx="517576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Intrinsic Hallucination</a:t>
            </a:r>
            <a:r>
              <a:rPr lang="en-IN" dirty="0"/>
              <a:t>: </a:t>
            </a:r>
            <a:r>
              <a:rPr lang="en-GB" dirty="0"/>
              <a:t>Output contradicts the provided source/context</a:t>
            </a:r>
          </a:p>
          <a:p>
            <a:pPr algn="ctr"/>
            <a:endParaRPr lang="en-GB" dirty="0"/>
          </a:p>
          <a:p>
            <a:endParaRPr lang="en-GB" sz="500" b="1" dirty="0"/>
          </a:p>
          <a:p>
            <a:r>
              <a:rPr lang="en-GB" b="1" dirty="0"/>
              <a:t>                                   Example</a:t>
            </a:r>
          </a:p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69555-8E23-EEAC-BCB5-21590AF38F16}"/>
              </a:ext>
            </a:extLst>
          </p:cNvPr>
          <p:cNvSpPr txBox="1"/>
          <p:nvPr/>
        </p:nvSpPr>
        <p:spPr>
          <a:xfrm>
            <a:off x="6411881" y="1104262"/>
            <a:ext cx="5175769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Extrinsic Hallucination</a:t>
            </a:r>
            <a:r>
              <a:rPr lang="en-IN" dirty="0"/>
              <a:t>: </a:t>
            </a:r>
            <a:r>
              <a:rPr lang="en-GB" dirty="0"/>
              <a:t>Output contradicts real-world facts (cannot be verified from the provided context)</a:t>
            </a:r>
            <a:r>
              <a:rPr lang="en-GB" b="1" dirty="0"/>
              <a:t>        </a:t>
            </a:r>
          </a:p>
          <a:p>
            <a:endParaRPr lang="en-GB" b="1" dirty="0"/>
          </a:p>
          <a:p>
            <a:endParaRPr lang="en-GB" sz="500" b="1" dirty="0"/>
          </a:p>
          <a:p>
            <a:r>
              <a:rPr lang="en-GB" b="1" dirty="0"/>
              <a:t>		    Example</a:t>
            </a:r>
          </a:p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567E5F-8F5B-A3EC-3EF0-BAB6AA86100B}"/>
              </a:ext>
            </a:extLst>
          </p:cNvPr>
          <p:cNvSpPr txBox="1"/>
          <p:nvPr/>
        </p:nvSpPr>
        <p:spPr>
          <a:xfrm>
            <a:off x="969634" y="5384406"/>
            <a:ext cx="3965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0" i="1" dirty="0">
                <a:solidFill>
                  <a:srgbClr val="333333"/>
                </a:solidFill>
                <a:effectLst/>
                <a:latin typeface="+mj-lt"/>
              </a:rPr>
              <a:t>Contradicts provided context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426C48-8A99-6F67-235C-8C2A6A34DD9B}"/>
              </a:ext>
            </a:extLst>
          </p:cNvPr>
          <p:cNvSpPr txBox="1"/>
          <p:nvPr/>
        </p:nvSpPr>
        <p:spPr>
          <a:xfrm>
            <a:off x="6731450" y="4938053"/>
            <a:ext cx="4645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b="0" i="1" dirty="0">
                <a:solidFill>
                  <a:srgbClr val="333333"/>
                </a:solidFill>
                <a:effectLst/>
                <a:latin typeface="+mj-lt"/>
              </a:rPr>
              <a:t>Contradicts real-world fact (100°C)</a:t>
            </a:r>
            <a:endParaRPr lang="en-IN" b="0" i="1" dirty="0">
              <a:solidFill>
                <a:srgbClr val="333333"/>
              </a:solidFill>
              <a:effectLst/>
              <a:latin typeface="+mj-l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2DF4E1-9303-6BEF-3CD9-521FBE033EBA}"/>
              </a:ext>
            </a:extLst>
          </p:cNvPr>
          <p:cNvSpPr/>
          <p:nvPr/>
        </p:nvSpPr>
        <p:spPr>
          <a:xfrm>
            <a:off x="688998" y="2412460"/>
            <a:ext cx="4969350" cy="2657310"/>
          </a:xfrm>
          <a:prstGeom prst="roundRect">
            <a:avLst>
              <a:gd name="adj" fmla="val 10259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Context</a:t>
            </a:r>
            <a:r>
              <a:rPr lang="en-IN" dirty="0">
                <a:solidFill>
                  <a:schemeClr val="tx1"/>
                </a:solidFill>
              </a:rPr>
              <a:t>: “</a:t>
            </a:r>
            <a:r>
              <a:rPr lang="en-GB" dirty="0">
                <a:solidFill>
                  <a:schemeClr val="tx1"/>
                </a:solidFill>
              </a:rPr>
              <a:t>The company was founded in 2015 by John Smith”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Query</a:t>
            </a:r>
            <a:r>
              <a:rPr lang="en-GB" dirty="0">
                <a:solidFill>
                  <a:schemeClr val="tx1"/>
                </a:solidFill>
              </a:rPr>
              <a:t>: “</a:t>
            </a:r>
            <a:r>
              <a:rPr lang="en-GB" i="1" dirty="0">
                <a:solidFill>
                  <a:schemeClr val="tx1"/>
                </a:solidFill>
              </a:rPr>
              <a:t>When was the company founded?”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Hallucinated Response</a:t>
            </a:r>
            <a:r>
              <a:rPr lang="en-GB" dirty="0">
                <a:solidFill>
                  <a:schemeClr val="tx1"/>
                </a:solidFill>
              </a:rPr>
              <a:t>: </a:t>
            </a:r>
            <a:r>
              <a:rPr lang="en-GB" dirty="0">
                <a:solidFill>
                  <a:srgbClr val="FF0000"/>
                </a:solidFill>
              </a:rPr>
              <a:t>“The company was founded in </a:t>
            </a:r>
            <a:r>
              <a:rPr lang="en-IN" dirty="0">
                <a:solidFill>
                  <a:srgbClr val="FF0000"/>
                </a:solidFill>
              </a:rPr>
              <a:t>2010 by Jane Doe.”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9BEE63-866E-9A1A-E543-8A4ADCDD75EA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2952191" y="4751641"/>
            <a:ext cx="1" cy="632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549F1F-38F8-FB54-A67D-D0F2BF082567}"/>
              </a:ext>
            </a:extLst>
          </p:cNvPr>
          <p:cNvSpPr/>
          <p:nvPr/>
        </p:nvSpPr>
        <p:spPr>
          <a:xfrm>
            <a:off x="6569276" y="2685497"/>
            <a:ext cx="4969350" cy="1944017"/>
          </a:xfrm>
          <a:prstGeom prst="roundRect">
            <a:avLst>
              <a:gd name="adj" fmla="val 10259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Query</a:t>
            </a:r>
            <a:r>
              <a:rPr lang="en-GB" dirty="0">
                <a:solidFill>
                  <a:schemeClr val="tx1"/>
                </a:solidFill>
              </a:rPr>
              <a:t>: “</a:t>
            </a:r>
            <a:r>
              <a:rPr lang="en-GB" i="1" dirty="0">
                <a:solidFill>
                  <a:schemeClr val="tx1"/>
                </a:solidFill>
              </a:rPr>
              <a:t>What is the boiling point of water?”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Hallucinated Response</a:t>
            </a:r>
            <a:r>
              <a:rPr lang="en-GB" dirty="0">
                <a:solidFill>
                  <a:schemeClr val="tx1"/>
                </a:solidFill>
              </a:rPr>
              <a:t>: </a:t>
            </a:r>
            <a:r>
              <a:rPr lang="en-GB" dirty="0">
                <a:solidFill>
                  <a:srgbClr val="FF0000"/>
                </a:solidFill>
              </a:rPr>
              <a:t>“Water boils at 150°C at </a:t>
            </a:r>
            <a:r>
              <a:rPr lang="en-IN" dirty="0">
                <a:solidFill>
                  <a:srgbClr val="FF0000"/>
                </a:solidFill>
              </a:rPr>
              <a:t>standard atmospheric pressure.”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D7C692-BE9C-CA13-6021-3F3847ADF479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9053951" y="4283981"/>
            <a:ext cx="0" cy="654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64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4D965FD7-C56E-DB5F-6599-4EB2E72E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4B213D-D46A-4B1D-38A1-A3901C6A2BC9}"/>
              </a:ext>
            </a:extLst>
          </p:cNvPr>
          <p:cNvSpPr txBox="1"/>
          <p:nvPr/>
        </p:nvSpPr>
        <p:spPr>
          <a:xfrm>
            <a:off x="2890791" y="10192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Hallucination By Type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DB7F0E-15AC-1D05-BA42-7D74EAD34B64}"/>
              </a:ext>
            </a:extLst>
          </p:cNvPr>
          <p:cNvSpPr/>
          <p:nvPr/>
        </p:nvSpPr>
        <p:spPr>
          <a:xfrm>
            <a:off x="1141490" y="875489"/>
            <a:ext cx="4797301" cy="2694558"/>
          </a:xfrm>
          <a:prstGeom prst="roundRect">
            <a:avLst>
              <a:gd name="adj" fmla="val 8793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TYPE 1: FACTUAL FABRICATION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Inventing facts, entities, events, or citations that don’t exist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Examples</a:t>
            </a:r>
          </a:p>
          <a:p>
            <a:endParaRPr lang="en-US" sz="5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“The Battle of Thornwood in 1847…” </a:t>
            </a:r>
            <a:r>
              <a:rPr lang="en-US" sz="1200" dirty="0">
                <a:solidFill>
                  <a:srgbClr val="FF0000"/>
                </a:solidFill>
              </a:rPr>
              <a:t>(event never happened)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“According to Smith et al. (2019)…” </a:t>
            </a:r>
            <a:r>
              <a:rPr lang="en-US" sz="1200" dirty="0">
                <a:solidFill>
                  <a:srgbClr val="FF0000"/>
                </a:solidFill>
              </a:rPr>
              <a:t>(paper doesn’t exist)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“The </a:t>
            </a:r>
            <a:r>
              <a:rPr lang="en-US" sz="1400" dirty="0" err="1">
                <a:solidFill>
                  <a:schemeClr val="tx1"/>
                </a:solidFill>
              </a:rPr>
              <a:t>Zelmon</a:t>
            </a:r>
            <a:r>
              <a:rPr lang="en-US" sz="1400" dirty="0">
                <a:solidFill>
                  <a:schemeClr val="tx1"/>
                </a:solidFill>
              </a:rPr>
              <a:t> Protocol requires…” </a:t>
            </a:r>
            <a:r>
              <a:rPr lang="en-US" sz="1200" dirty="0">
                <a:solidFill>
                  <a:srgbClr val="FF0000"/>
                </a:solidFill>
              </a:rPr>
              <a:t>(made-up standard)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E7A704-CC06-43FB-31D9-8EDD53EC8C65}"/>
              </a:ext>
            </a:extLst>
          </p:cNvPr>
          <p:cNvSpPr/>
          <p:nvPr/>
        </p:nvSpPr>
        <p:spPr>
          <a:xfrm>
            <a:off x="1141490" y="3693268"/>
            <a:ext cx="4797301" cy="2694558"/>
          </a:xfrm>
          <a:prstGeom prst="roundRect">
            <a:avLst>
              <a:gd name="adj" fmla="val 8793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TYPE 3: MISSING-CONTEXT ERROR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Filling gaps with assumptions when information is unavailable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Examples</a:t>
            </a:r>
          </a:p>
          <a:p>
            <a:endParaRPr lang="en-US" sz="5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Assuming default values for unspecified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Inventing details to complete an incomplete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Making up user preferences when not stated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6C2E70-E86F-CBD1-C46D-4DC03611B7DA}"/>
              </a:ext>
            </a:extLst>
          </p:cNvPr>
          <p:cNvSpPr/>
          <p:nvPr/>
        </p:nvSpPr>
        <p:spPr>
          <a:xfrm>
            <a:off x="6091190" y="3693268"/>
            <a:ext cx="4797301" cy="2694558"/>
          </a:xfrm>
          <a:prstGeom prst="roundRect">
            <a:avLst>
              <a:gd name="adj" fmla="val 8793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TYPE 4: ENTITY CONFUSION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Mixing up similar entities, people, or concepts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Examples</a:t>
            </a:r>
          </a:p>
          <a:p>
            <a:endParaRPr lang="en-US" sz="5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Attributing Einstein’s quotes to Hawking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Confusing Python (language) with Python (snake)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Merging facts about similar companies or products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E8BBFB4-5022-53C2-2C35-8EEBA9F80B8F}"/>
              </a:ext>
            </a:extLst>
          </p:cNvPr>
          <p:cNvSpPr/>
          <p:nvPr/>
        </p:nvSpPr>
        <p:spPr>
          <a:xfrm>
            <a:off x="6091191" y="875489"/>
            <a:ext cx="4797301" cy="2694558"/>
          </a:xfrm>
          <a:prstGeom prst="roundRect">
            <a:avLst>
              <a:gd name="adj" fmla="val 8793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TYPE 2: REASONING ERROR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Logical inconsistencies, incorrect inferences, math errors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Examples</a:t>
            </a:r>
          </a:p>
          <a:p>
            <a:endParaRPr lang="en-US" sz="5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A &gt; B and B &gt; C, then C &gt; A 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en-US" sz="1200" dirty="0">
                <a:solidFill>
                  <a:srgbClr val="FF0000"/>
                </a:solidFill>
              </a:rPr>
              <a:t>logical fallacy)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25% of 80 is 25 </a:t>
            </a:r>
            <a:r>
              <a:rPr lang="en-US" sz="1200" dirty="0">
                <a:solidFill>
                  <a:srgbClr val="FF0000"/>
                </a:solidFill>
              </a:rPr>
              <a:t>(math error = 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Therefore, all mammals can fly </a:t>
            </a:r>
            <a:r>
              <a:rPr lang="en-US" sz="1200" dirty="0">
                <a:solidFill>
                  <a:srgbClr val="FF0000"/>
                </a:solidFill>
              </a:rPr>
              <a:t>(invalid conclusion)</a:t>
            </a:r>
          </a:p>
        </p:txBody>
      </p:sp>
    </p:spTree>
    <p:extLst>
      <p:ext uri="{BB962C8B-B14F-4D97-AF65-F5344CB8AC3E}">
        <p14:creationId xmlns:p14="http://schemas.microsoft.com/office/powerpoint/2010/main" val="356847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39DB1F36-40F9-695C-EE3A-156BC80B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BD56E-7057-B489-E1B0-2BF68248C480}"/>
              </a:ext>
            </a:extLst>
          </p:cNvPr>
          <p:cNvSpPr txBox="1"/>
          <p:nvPr/>
        </p:nvSpPr>
        <p:spPr>
          <a:xfrm>
            <a:off x="3048000" y="1924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Hallucination By Severity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267F38-2B83-838F-BF09-FE23070E2C7E}"/>
              </a:ext>
            </a:extLst>
          </p:cNvPr>
          <p:cNvCxnSpPr>
            <a:cxnSpLocks/>
          </p:cNvCxnSpPr>
          <p:nvPr/>
        </p:nvCxnSpPr>
        <p:spPr>
          <a:xfrm>
            <a:off x="1976950" y="1432984"/>
            <a:ext cx="84818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D1A0E9-FC52-DF15-DAF7-CEB9264142C4}"/>
              </a:ext>
            </a:extLst>
          </p:cNvPr>
          <p:cNvSpPr txBox="1"/>
          <p:nvPr/>
        </p:nvSpPr>
        <p:spPr>
          <a:xfrm>
            <a:off x="858219" y="1009267"/>
            <a:ext cx="29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SEVERITY SPECTRUM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A6653-46FC-DC4E-5F3C-EC8103C8AD27}"/>
              </a:ext>
            </a:extLst>
          </p:cNvPr>
          <p:cNvSpPr txBox="1"/>
          <p:nvPr/>
        </p:nvSpPr>
        <p:spPr>
          <a:xfrm>
            <a:off x="2403340" y="1526280"/>
            <a:ext cx="138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B9620-6264-4915-17D9-23BE82876815}"/>
              </a:ext>
            </a:extLst>
          </p:cNvPr>
          <p:cNvSpPr txBox="1"/>
          <p:nvPr/>
        </p:nvSpPr>
        <p:spPr>
          <a:xfrm>
            <a:off x="5736668" y="1532040"/>
            <a:ext cx="138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A4439-425B-DE1E-4400-EF786E4536A0}"/>
              </a:ext>
            </a:extLst>
          </p:cNvPr>
          <p:cNvSpPr txBox="1"/>
          <p:nvPr/>
        </p:nvSpPr>
        <p:spPr>
          <a:xfrm>
            <a:off x="8974155" y="1538635"/>
            <a:ext cx="138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High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AA901B-511C-9886-B639-EA21654D5B2D}"/>
              </a:ext>
            </a:extLst>
          </p:cNvPr>
          <p:cNvCxnSpPr>
            <a:cxnSpLocks/>
          </p:cNvCxnSpPr>
          <p:nvPr/>
        </p:nvCxnSpPr>
        <p:spPr>
          <a:xfrm>
            <a:off x="2825948" y="1432984"/>
            <a:ext cx="0" cy="10604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71C59D-3B5F-CB40-A248-3536DAAB2F51}"/>
              </a:ext>
            </a:extLst>
          </p:cNvPr>
          <p:cNvCxnSpPr>
            <a:cxnSpLocks/>
          </p:cNvCxnSpPr>
          <p:nvPr/>
        </p:nvCxnSpPr>
        <p:spPr>
          <a:xfrm>
            <a:off x="5975880" y="1432984"/>
            <a:ext cx="0" cy="1027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09325E-597D-D786-6CE5-E4A0D941F020}"/>
              </a:ext>
            </a:extLst>
          </p:cNvPr>
          <p:cNvCxnSpPr>
            <a:cxnSpLocks/>
          </p:cNvCxnSpPr>
          <p:nvPr/>
        </p:nvCxnSpPr>
        <p:spPr>
          <a:xfrm>
            <a:off x="9382660" y="1432984"/>
            <a:ext cx="0" cy="10604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A2F7B9-60B4-1A8D-8A3B-829A442C473F}"/>
              </a:ext>
            </a:extLst>
          </p:cNvPr>
          <p:cNvSpPr/>
          <p:nvPr/>
        </p:nvSpPr>
        <p:spPr>
          <a:xfrm>
            <a:off x="8211426" y="2460773"/>
            <a:ext cx="2247373" cy="1954918"/>
          </a:xfrm>
          <a:prstGeom prst="roundRect">
            <a:avLst>
              <a:gd name="adj" fmla="val 11112"/>
            </a:avLst>
          </a:prstGeom>
          <a:solidFill>
            <a:srgbClr val="F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SEVERE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Dangerous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Medical/Legal misinformation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Financial harm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7948E7-A4BD-78D9-4E90-BAEFA528E510}"/>
              </a:ext>
            </a:extLst>
          </p:cNvPr>
          <p:cNvSpPr/>
          <p:nvPr/>
        </p:nvSpPr>
        <p:spPr>
          <a:xfrm>
            <a:off x="1669411" y="2493417"/>
            <a:ext cx="2247373" cy="1954918"/>
          </a:xfrm>
          <a:prstGeom prst="roundRect">
            <a:avLst>
              <a:gd name="adj" fmla="val 11112"/>
            </a:avLst>
          </a:prstGeom>
          <a:solidFill>
            <a:srgbClr val="F1E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BENIGN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ysClr val="windowText" lastClr="000000"/>
                </a:solidFill>
              </a:rPr>
              <a:t>Trivial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ysClr val="windowText" lastClr="000000"/>
                </a:solidFill>
              </a:rPr>
              <a:t>Easily Caught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ysClr val="windowText" lastClr="000000"/>
                </a:solidFill>
              </a:rPr>
              <a:t>No real harm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0F6577-9A60-67D5-FD48-BCD9487A3366}"/>
              </a:ext>
            </a:extLst>
          </p:cNvPr>
          <p:cNvSpPr/>
          <p:nvPr/>
        </p:nvSpPr>
        <p:spPr>
          <a:xfrm>
            <a:off x="4924209" y="2460773"/>
            <a:ext cx="2247373" cy="1954918"/>
          </a:xfrm>
          <a:prstGeom prst="roundRect">
            <a:avLst>
              <a:gd name="adj" fmla="val 1111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MODERATE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ysClr val="windowText" lastClr="000000"/>
                </a:solidFill>
              </a:rPr>
              <a:t>Misleading but not harmful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ysClr val="windowText" lastClr="000000"/>
                </a:solidFill>
              </a:rPr>
              <a:t>Requires correction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D714CF-3CA9-9882-4F2E-FA1DC5FA4AC2}"/>
              </a:ext>
            </a:extLst>
          </p:cNvPr>
          <p:cNvSpPr/>
          <p:nvPr/>
        </p:nvSpPr>
        <p:spPr>
          <a:xfrm>
            <a:off x="1578714" y="4708894"/>
            <a:ext cx="2428766" cy="1517514"/>
          </a:xfrm>
          <a:prstGeom prst="roundRect">
            <a:avLst/>
          </a:prstGeom>
          <a:noFill/>
          <a:ln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 dirty="0">
                <a:solidFill>
                  <a:schemeClr val="tx1"/>
                </a:solidFill>
              </a:rPr>
              <a:t>Example</a:t>
            </a:r>
          </a:p>
          <a:p>
            <a:pPr algn="ctr"/>
            <a:endParaRPr lang="en-IN" sz="800" dirty="0">
              <a:solidFill>
                <a:schemeClr val="tx1"/>
              </a:solidFill>
            </a:endParaRPr>
          </a:p>
          <a:p>
            <a:pPr algn="ctr"/>
            <a:r>
              <a:rPr lang="en-IN" i="1" dirty="0">
                <a:solidFill>
                  <a:schemeClr val="tx1"/>
                </a:solidFill>
              </a:rPr>
              <a:t>“Shakespeare wrote 37 plays”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(actually 37-39)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000FE2-4852-7D05-14F2-39F17D81693E}"/>
              </a:ext>
            </a:extLst>
          </p:cNvPr>
          <p:cNvSpPr/>
          <p:nvPr/>
        </p:nvSpPr>
        <p:spPr>
          <a:xfrm>
            <a:off x="4833512" y="4616481"/>
            <a:ext cx="2428766" cy="170234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 dirty="0">
                <a:solidFill>
                  <a:schemeClr val="tx1"/>
                </a:solidFill>
              </a:rPr>
              <a:t>Example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i="1" dirty="0">
                <a:solidFill>
                  <a:schemeClr val="tx1"/>
                </a:solidFill>
              </a:rPr>
              <a:t>“The Eiffel Tower was built in 1920”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(actually 1889)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321970B-FBCC-70A7-3DE8-418F5716FD88}"/>
              </a:ext>
            </a:extLst>
          </p:cNvPr>
          <p:cNvSpPr/>
          <p:nvPr/>
        </p:nvSpPr>
        <p:spPr>
          <a:xfrm>
            <a:off x="8168277" y="4708894"/>
            <a:ext cx="2428766" cy="151751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 dirty="0">
                <a:solidFill>
                  <a:schemeClr val="tx1"/>
                </a:solidFill>
              </a:rPr>
              <a:t>Example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i="1" dirty="0">
                <a:solidFill>
                  <a:schemeClr val="tx1"/>
                </a:solidFill>
              </a:rPr>
              <a:t>“You can take 20 aspirins at once”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785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5E7A1818-6D8B-D569-2D88-F2405AC6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D5608-6551-DB6C-CDC8-AA92312AF2AB}"/>
              </a:ext>
            </a:extLst>
          </p:cNvPr>
          <p:cNvSpPr txBox="1"/>
          <p:nvPr/>
        </p:nvSpPr>
        <p:spPr>
          <a:xfrm>
            <a:off x="3048000" y="2378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Detection </a:t>
            </a:r>
            <a:r>
              <a:rPr lang="en-GB" sz="2400" dirty="0">
                <a:solidFill>
                  <a:srgbClr val="333333"/>
                </a:solidFill>
                <a:latin typeface="+mj-lt"/>
              </a:rPr>
              <a:t>Difficulty</a:t>
            </a:r>
            <a:endParaRPr lang="en-GB" sz="2400" i="0" dirty="0">
              <a:solidFill>
                <a:srgbClr val="333333"/>
              </a:solidFill>
              <a:effectLst/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507CE6-A563-9B61-CC40-1B0EC3733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61030"/>
              </p:ext>
            </p:extLst>
          </p:nvPr>
        </p:nvGraphicFramePr>
        <p:xfrm>
          <a:off x="1402404" y="1857555"/>
          <a:ext cx="9387192" cy="3142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694">
                  <a:extLst>
                    <a:ext uri="{9D8B030D-6E8A-4147-A177-3AD203B41FA5}">
                      <a16:colId xmlns:a16="http://schemas.microsoft.com/office/drawing/2014/main" val="1749852694"/>
                    </a:ext>
                  </a:extLst>
                </a:gridCol>
                <a:gridCol w="3412318">
                  <a:extLst>
                    <a:ext uri="{9D8B030D-6E8A-4147-A177-3AD203B41FA5}">
                      <a16:colId xmlns:a16="http://schemas.microsoft.com/office/drawing/2014/main" val="2280541428"/>
                    </a:ext>
                  </a:extLst>
                </a:gridCol>
                <a:gridCol w="3566180">
                  <a:extLst>
                    <a:ext uri="{9D8B030D-6E8A-4147-A177-3AD203B41FA5}">
                      <a16:colId xmlns:a16="http://schemas.microsoft.com/office/drawing/2014/main" val="4175054513"/>
                    </a:ext>
                  </a:extLst>
                </a:gridCol>
              </a:tblGrid>
              <a:tr h="614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Dimension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Categories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Detection Difficulty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317254"/>
                  </a:ext>
                </a:extLst>
              </a:tr>
              <a:tr h="842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Source</a:t>
                      </a:r>
                      <a:endParaRPr lang="en-IN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Intrinsic, Extrinsic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Intrinsic easier (context available)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985358"/>
                  </a:ext>
                </a:extLst>
              </a:tr>
              <a:tr h="842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Type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Factual, Reasoning, Context, Entity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Reasoning errors hardest to detect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022738"/>
                  </a:ext>
                </a:extLst>
              </a:tr>
              <a:tr h="842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Severity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Benign, Moderate, Severe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Severity is domain-dependent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85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74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9C3F0597-5628-6687-B24B-E94527B9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">
            <a:extLst>
              <a:ext uri="{FF2B5EF4-FFF2-40B4-BE49-F238E27FC236}">
                <a16:creationId xmlns:a16="http://schemas.microsoft.com/office/drawing/2014/main" id="{944AF89C-050F-C891-905D-88B7332CC52F}"/>
              </a:ext>
            </a:extLst>
          </p:cNvPr>
          <p:cNvSpPr txBox="1"/>
          <p:nvPr/>
        </p:nvSpPr>
        <p:spPr>
          <a:xfrm>
            <a:off x="1113183" y="2646714"/>
            <a:ext cx="979004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buClr>
                <a:schemeClr val="accent1"/>
              </a:buClr>
              <a:buSzPts val="4800"/>
            </a:pPr>
            <a:r>
              <a:rPr lang="en-GB" sz="48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Causes Of Hallucination</a:t>
            </a:r>
          </a:p>
        </p:txBody>
      </p:sp>
    </p:spTree>
    <p:extLst>
      <p:ext uri="{BB962C8B-B14F-4D97-AF65-F5344CB8AC3E}">
        <p14:creationId xmlns:p14="http://schemas.microsoft.com/office/powerpoint/2010/main" val="1290297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8171A3BB-133C-0976-3BC0-648CE1F7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78D9A6-DDAB-264D-C3D3-E438698D856D}"/>
              </a:ext>
            </a:extLst>
          </p:cNvPr>
          <p:cNvSpPr txBox="1"/>
          <p:nvPr/>
        </p:nvSpPr>
        <p:spPr>
          <a:xfrm>
            <a:off x="3046054" y="21811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Why do LLMs Hallucinate?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33385-6ECB-209A-D70A-E14E44A1D632}"/>
              </a:ext>
            </a:extLst>
          </p:cNvPr>
          <p:cNvSpPr txBox="1"/>
          <p:nvPr/>
        </p:nvSpPr>
        <p:spPr>
          <a:xfrm>
            <a:off x="5063664" y="1864858"/>
            <a:ext cx="2064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HALLUCINATION</a:t>
            </a:r>
            <a:endParaRPr lang="en-IN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87CEB1E-AB03-6E7C-F22F-E43A303DA2AA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4197388" y="1005221"/>
            <a:ext cx="638865" cy="31583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2913973-F28A-CD51-849D-0BDC7074CA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0731" y="2580508"/>
            <a:ext cx="638863" cy="77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4D24642-4823-8F3D-DD0F-3564E9D17C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48453" y="1099814"/>
            <a:ext cx="638864" cy="29691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17883A7-B891-5AD1-3FED-9F66D8E05A22}"/>
              </a:ext>
            </a:extLst>
          </p:cNvPr>
          <p:cNvSpPr txBox="1"/>
          <p:nvPr/>
        </p:nvSpPr>
        <p:spPr>
          <a:xfrm>
            <a:off x="1164860" y="1155488"/>
            <a:ext cx="10294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0" i="0" dirty="0">
                <a:solidFill>
                  <a:srgbClr val="333333"/>
                </a:solidFill>
                <a:effectLst/>
                <a:latin typeface="+mj-lt"/>
              </a:rPr>
              <a:t>Understanding why hallucinations occur is essential for developing effective mitigation strategies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1F8702-3687-8150-FBA9-F3A680BA0650}"/>
              </a:ext>
            </a:extLst>
          </p:cNvPr>
          <p:cNvSpPr/>
          <p:nvPr/>
        </p:nvSpPr>
        <p:spPr>
          <a:xfrm>
            <a:off x="2137622" y="2903830"/>
            <a:ext cx="1682886" cy="81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Training </a:t>
            </a:r>
          </a:p>
          <a:p>
            <a:pPr algn="ctr"/>
            <a:r>
              <a:rPr lang="en-IN">
                <a:solidFill>
                  <a:sysClr val="windowText" lastClr="000000"/>
                </a:solidFill>
              </a:rPr>
              <a:t>Causes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8FA9E5-9BFE-DE34-5D9E-2D45D62B9F70}"/>
              </a:ext>
            </a:extLst>
          </p:cNvPr>
          <p:cNvSpPr/>
          <p:nvPr/>
        </p:nvSpPr>
        <p:spPr>
          <a:xfrm>
            <a:off x="5213133" y="2903829"/>
            <a:ext cx="1682886" cy="81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Model </a:t>
            </a:r>
          </a:p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Causes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FE46A0-D69F-D4C5-E150-A0ADA1D5C486}"/>
              </a:ext>
            </a:extLst>
          </p:cNvPr>
          <p:cNvSpPr/>
          <p:nvPr/>
        </p:nvSpPr>
        <p:spPr>
          <a:xfrm>
            <a:off x="8223729" y="2903831"/>
            <a:ext cx="1682886" cy="81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Inference Causes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85F972-6CBB-FEEB-43C6-FE4C7747553D}"/>
              </a:ext>
            </a:extLst>
          </p:cNvPr>
          <p:cNvSpPr/>
          <p:nvPr/>
        </p:nvSpPr>
        <p:spPr>
          <a:xfrm>
            <a:off x="1846182" y="3894095"/>
            <a:ext cx="2265765" cy="180841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Data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Data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Noise/errors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Outdated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Biased sources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FC2C19-D309-9E28-7526-7F1F137D9194}"/>
              </a:ext>
            </a:extLst>
          </p:cNvPr>
          <p:cNvSpPr/>
          <p:nvPr/>
        </p:nvSpPr>
        <p:spPr>
          <a:xfrm>
            <a:off x="4921693" y="3894095"/>
            <a:ext cx="2265765" cy="180841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No knowledge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Model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Shallow models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F0FB20-7CE8-49AA-04C8-3406F0DC5F61}"/>
              </a:ext>
            </a:extLst>
          </p:cNvPr>
          <p:cNvSpPr/>
          <p:nvPr/>
        </p:nvSpPr>
        <p:spPr>
          <a:xfrm>
            <a:off x="7765855" y="3894095"/>
            <a:ext cx="2598631" cy="180841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Prompt ambiguity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Temperature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Context window limits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Lack of grounding</a:t>
            </a:r>
          </a:p>
        </p:txBody>
      </p:sp>
    </p:spTree>
    <p:extLst>
      <p:ext uri="{BB962C8B-B14F-4D97-AF65-F5344CB8AC3E}">
        <p14:creationId xmlns:p14="http://schemas.microsoft.com/office/powerpoint/2010/main" val="247799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F23B86FC-1F4F-CF2C-BDD0-E732BC5D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3F277-A70D-56EB-80B0-CF6DD28F0E82}"/>
              </a:ext>
            </a:extLst>
          </p:cNvPr>
          <p:cNvSpPr txBox="1"/>
          <p:nvPr/>
        </p:nvSpPr>
        <p:spPr>
          <a:xfrm>
            <a:off x="3047999" y="23787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1: Training Data Limitations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0D1D54-9C7C-A7F3-FDEE-3DA88B9DA49D}"/>
              </a:ext>
            </a:extLst>
          </p:cNvPr>
          <p:cNvSpPr/>
          <p:nvPr/>
        </p:nvSpPr>
        <p:spPr>
          <a:xfrm>
            <a:off x="1377680" y="1277296"/>
            <a:ext cx="9436640" cy="4844104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INCOMPLETE COVERAGE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Data is a small subset of all knowledge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Models only learn from the data they are trained on, which cannot represent everything that exists or happens in the real world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TEMPORAL CUTOFF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Models are blind to events after their training date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For recent or ongoing events, the model may generate plausible but fictional continuations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This can lead to confident answers that are outdated or incorrect</a:t>
            </a:r>
          </a:p>
        </p:txBody>
      </p:sp>
    </p:spTree>
    <p:extLst>
      <p:ext uri="{BB962C8B-B14F-4D97-AF65-F5344CB8AC3E}">
        <p14:creationId xmlns:p14="http://schemas.microsoft.com/office/powerpoint/2010/main" val="261764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4CC26BFD-394C-1C98-EB10-42B9FDE1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0EED5B-A04B-C989-2940-A558D0514649}"/>
              </a:ext>
            </a:extLst>
          </p:cNvPr>
          <p:cNvSpPr txBox="1"/>
          <p:nvPr/>
        </p:nvSpPr>
        <p:spPr>
          <a:xfrm>
            <a:off x="3047999" y="23787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1: Training Data Limitations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6A8C5D-130D-6E8B-81A0-F1FD071C7710}"/>
              </a:ext>
            </a:extLst>
          </p:cNvPr>
          <p:cNvSpPr/>
          <p:nvPr/>
        </p:nvSpPr>
        <p:spPr>
          <a:xfrm>
            <a:off x="6495644" y="2104341"/>
            <a:ext cx="4918952" cy="2912159"/>
          </a:xfrm>
          <a:prstGeom prst="roundRect">
            <a:avLst>
              <a:gd name="adj" fmla="val 5075"/>
            </a:avLst>
          </a:prstGeom>
          <a:noFill/>
          <a:ln w="19050">
            <a:solidFill>
              <a:schemeClr val="tx2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dirty="0">
                <a:solidFill>
                  <a:schemeClr val="tx1"/>
                </a:solidFill>
              </a:rPr>
              <a:t>SOURCES OF TRAINING INFORMATION 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b="1" dirty="0">
                <a:solidFill>
                  <a:schemeClr val="tx1"/>
                </a:solidFill>
              </a:rPr>
              <a:t>Scientific Papers</a:t>
            </a:r>
            <a:r>
              <a:rPr lang="en-US" dirty="0">
                <a:solidFill>
                  <a:schemeClr val="tx1"/>
                </a:solidFill>
              </a:rPr>
              <a:t> — Reliable</a:t>
            </a:r>
            <a:endParaRPr lang="en-US" b="1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b="1" dirty="0">
                <a:solidFill>
                  <a:schemeClr val="tx1"/>
                </a:solidFill>
              </a:rPr>
              <a:t>Wikipedia</a:t>
            </a:r>
            <a:r>
              <a:rPr lang="en-US" dirty="0">
                <a:solidFill>
                  <a:schemeClr val="tx1"/>
                </a:solidFill>
              </a:rPr>
              <a:t> — Mostly accurate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b="1" dirty="0">
                <a:solidFill>
                  <a:schemeClr val="tx1"/>
                </a:solidFill>
              </a:rPr>
              <a:t>News Articles</a:t>
            </a:r>
            <a:r>
              <a:rPr lang="en-US" dirty="0">
                <a:solidFill>
                  <a:schemeClr val="tx1"/>
                </a:solidFill>
              </a:rPr>
              <a:t> — Quality varies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b="1" dirty="0">
                <a:solidFill>
                  <a:schemeClr val="tx1"/>
                </a:solidFill>
              </a:rPr>
              <a:t>Reddit / Forums</a:t>
            </a:r>
            <a:r>
              <a:rPr lang="en-US" dirty="0">
                <a:solidFill>
                  <a:schemeClr val="tx1"/>
                </a:solidFill>
              </a:rPr>
              <a:t> — Often incorrect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AF9296-ACF3-8D9E-1801-33AE02BDFBFD}"/>
              </a:ext>
            </a:extLst>
          </p:cNvPr>
          <p:cNvSpPr/>
          <p:nvPr/>
        </p:nvSpPr>
        <p:spPr>
          <a:xfrm>
            <a:off x="777404" y="1327825"/>
            <a:ext cx="5250503" cy="4426542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NOISE AND ERRORS IN TRAINING DATA 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Training data contains inaccuracies and misinformation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LLMs learn from both high-quality and low-quality sources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Forums, blogs, and social platforms may contain incorrect or biased information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Errors present in data can be reflected in model outputs</a:t>
            </a:r>
          </a:p>
        </p:txBody>
      </p:sp>
    </p:spTree>
    <p:extLst>
      <p:ext uri="{BB962C8B-B14F-4D97-AF65-F5344CB8AC3E}">
        <p14:creationId xmlns:p14="http://schemas.microsoft.com/office/powerpoint/2010/main" val="3915648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B61AA9AC-A50B-4982-73DD-0A05011D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833C2-E3E6-E679-B6C6-C9B2E8E87654}"/>
              </a:ext>
            </a:extLst>
          </p:cNvPr>
          <p:cNvSpPr txBox="1"/>
          <p:nvPr/>
        </p:nvSpPr>
        <p:spPr>
          <a:xfrm>
            <a:off x="3048000" y="2119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2: Model Causes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D9D53-67F0-61B1-E243-49A2AD801333}"/>
              </a:ext>
            </a:extLst>
          </p:cNvPr>
          <p:cNvSpPr txBox="1"/>
          <p:nvPr/>
        </p:nvSpPr>
        <p:spPr>
          <a:xfrm>
            <a:off x="1161393" y="915089"/>
            <a:ext cx="9869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LLM rely on statistical patterns rather than true reasoning during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A841D26-A837-961E-843D-74DF3EC9A95A}"/>
                  </a:ext>
                </a:extLst>
              </p:cNvPr>
              <p:cNvSpPr/>
              <p:nvPr/>
            </p:nvSpPr>
            <p:spPr>
              <a:xfrm>
                <a:off x="950878" y="1724273"/>
                <a:ext cx="4918952" cy="4218638"/>
              </a:xfrm>
              <a:prstGeom prst="roundRect">
                <a:avLst>
                  <a:gd name="adj" fmla="val 5075"/>
                </a:avLst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r>
                  <a:rPr lang="en-US" b="1" u="sng" dirty="0">
                    <a:solidFill>
                      <a:schemeClr val="tx1"/>
                    </a:solidFill>
                  </a:rPr>
                  <a:t>WHAT WE THINK LLMs DO</a:t>
                </a:r>
              </a:p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endParaRPr lang="en-US" sz="100" b="1" dirty="0">
                  <a:solidFill>
                    <a:schemeClr val="tx1"/>
                  </a:solidFill>
                </a:endParaRPr>
              </a:p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r>
                  <a:rPr lang="en-US" sz="1600" b="1" i="1" dirty="0">
                    <a:solidFill>
                      <a:schemeClr val="tx1"/>
                    </a:solidFill>
                  </a:rPr>
                  <a:t>Query </a:t>
                </a:r>
                <a14:m>
                  <m:oMath xmlns:m="http://schemas.openxmlformats.org/officeDocument/2006/math">
                    <m:r>
                      <a:rPr lang="en-IN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i="1" dirty="0">
                    <a:solidFill>
                      <a:schemeClr val="tx1"/>
                    </a:solidFill>
                  </a:rPr>
                  <a:t> Understand </a:t>
                </a:r>
                <a14:m>
                  <m:oMath xmlns:m="http://schemas.openxmlformats.org/officeDocument/2006/math"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i="1" dirty="0">
                    <a:solidFill>
                      <a:schemeClr val="tx1"/>
                    </a:solidFill>
                  </a:rPr>
                  <a:t> Reason </a:t>
                </a:r>
                <a14:m>
                  <m:oMath xmlns:m="http://schemas.openxmlformats.org/officeDocument/2006/math"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i="1" dirty="0">
                    <a:solidFill>
                      <a:schemeClr val="tx1"/>
                    </a:solidFill>
                  </a:rPr>
                  <a:t> Answer</a:t>
                </a:r>
              </a:p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endParaRPr lang="en-US" sz="100" b="1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defRPr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We assume the model:</a:t>
                </a:r>
              </a:p>
              <a:p>
                <a:pPr marL="800100" lvl="1" indent="-342900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Understands the meaning of the question</a:t>
                </a:r>
              </a:p>
              <a:p>
                <a:pPr marL="800100" lvl="1" indent="-342900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Applies logical reasoning</a:t>
                </a:r>
              </a:p>
              <a:p>
                <a:pPr marL="800100" lvl="1" indent="-342900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Then produces the correct answer</a:t>
                </a: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A841D26-A837-961E-843D-74DF3EC9A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78" y="1724273"/>
                <a:ext cx="4918952" cy="4218638"/>
              </a:xfrm>
              <a:prstGeom prst="roundRect">
                <a:avLst>
                  <a:gd name="adj" fmla="val 5075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A27DEF0-627C-72FF-725B-4C09F8415DF1}"/>
                  </a:ext>
                </a:extLst>
              </p:cNvPr>
              <p:cNvSpPr/>
              <p:nvPr/>
            </p:nvSpPr>
            <p:spPr>
              <a:xfrm>
                <a:off x="6096000" y="1525858"/>
                <a:ext cx="5045971" cy="4764076"/>
              </a:xfrm>
              <a:prstGeom prst="roundRect">
                <a:avLst>
                  <a:gd name="adj" fmla="val 5075"/>
                </a:avLst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r>
                  <a:rPr lang="en-US" b="1" u="sng" dirty="0">
                    <a:solidFill>
                      <a:schemeClr val="tx1"/>
                    </a:solidFill>
                  </a:rPr>
                  <a:t>WHAT LLMs ACTUALLY DO</a:t>
                </a:r>
              </a:p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endParaRPr lang="en-US" sz="1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r>
                  <a:rPr lang="en-US" sz="1600" b="1" i="1" dirty="0">
                    <a:solidFill>
                      <a:schemeClr val="tx1"/>
                    </a:solidFill>
                  </a:rPr>
                  <a:t>    Query </a:t>
                </a:r>
                <a14:m>
                  <m:oMath xmlns:m="http://schemas.openxmlformats.org/officeDocument/2006/math">
                    <m:r>
                      <a:rPr lang="en-IN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i="1" dirty="0">
                    <a:solidFill>
                      <a:schemeClr val="tx1"/>
                    </a:solidFill>
                  </a:rPr>
                  <a:t> Pattern Match </a:t>
                </a:r>
                <a14:m>
                  <m:oMath xmlns:m="http://schemas.openxmlformats.org/officeDocument/2006/math"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i="1" dirty="0">
                    <a:solidFill>
                      <a:schemeClr val="tx1"/>
                    </a:solidFill>
                  </a:rPr>
                  <a:t> Predict Likely Next Text</a:t>
                </a:r>
              </a:p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Clr>
                    <a:srgbClr val="EE2C3C"/>
                  </a:buClr>
                  <a:defRPr/>
                </a:pPr>
                <a:endParaRPr lang="en-US" sz="100" b="1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defRPr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The model:</a:t>
                </a:r>
              </a:p>
              <a:p>
                <a:pPr marL="800100" lvl="1" indent="-342900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Matches the input to patterns seen during training</a:t>
                </a:r>
              </a:p>
              <a:p>
                <a:pPr marL="800100" lvl="1" indent="-342900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Predicts the most likely next sequence of words</a:t>
                </a:r>
              </a:p>
              <a:p>
                <a:pPr marL="800100" lvl="1" indent="-342900">
                  <a:lnSpc>
                    <a:spcPct val="107000"/>
                  </a:lnSpc>
                  <a:spcBef>
                    <a:spcPts val="1200"/>
                  </a:spcBef>
                  <a:spcAft>
                    <a:spcPts val="1000"/>
                  </a:spcAft>
                  <a:buClr>
                    <a:srgbClr val="EE2C3C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Does not explicitly “understand” or “reason” in a human sense</a:t>
                </a: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A27DEF0-627C-72FF-725B-4C09F8415D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25858"/>
                <a:ext cx="5045971" cy="4764076"/>
              </a:xfrm>
              <a:prstGeom prst="roundRect">
                <a:avLst>
                  <a:gd name="adj" fmla="val 5075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583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A04A5956-687C-6578-5FAF-608A9045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0CF618-5184-B415-17E5-8F89D91B7EDE}"/>
              </a:ext>
            </a:extLst>
          </p:cNvPr>
          <p:cNvSpPr txBox="1"/>
          <p:nvPr/>
        </p:nvSpPr>
        <p:spPr>
          <a:xfrm>
            <a:off x="3048000" y="2119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2: Model Causes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A50145-F7E3-1C01-FCFC-466D39CD200B}"/>
              </a:ext>
            </a:extLst>
          </p:cNvPr>
          <p:cNvSpPr/>
          <p:nvPr/>
        </p:nvSpPr>
        <p:spPr>
          <a:xfrm>
            <a:off x="1484652" y="1056872"/>
            <a:ext cx="9222696" cy="5127618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EXAMPLE: WHY MATH IS HARD FOR LLMs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Human Approach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 err="1">
                <a:solidFill>
                  <a:schemeClr val="tx1"/>
                </a:solidFill>
              </a:rPr>
              <a:t>Recognises</a:t>
            </a:r>
            <a:r>
              <a:rPr lang="en-US" dirty="0">
                <a:solidFill>
                  <a:schemeClr val="tx1"/>
                </a:solidFill>
              </a:rPr>
              <a:t> that 47 × 23 requires a calculation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Applies arithmetic rules to compute the answer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LLM Approach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Predicts what text usually follows the pattern: “47 × 23 =”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If many similar examples exist in training data, it may output the correct value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If not, it may output a </a:t>
            </a:r>
            <a:r>
              <a:rPr lang="en-US" b="1" dirty="0">
                <a:solidFill>
                  <a:schemeClr val="tx1"/>
                </a:solidFill>
              </a:rPr>
              <a:t>plausible-looking number </a:t>
            </a:r>
            <a:r>
              <a:rPr lang="en-US" dirty="0">
                <a:solidFill>
                  <a:schemeClr val="tx1"/>
                </a:solidFill>
              </a:rPr>
              <a:t>rather than a calculated one</a:t>
            </a:r>
          </a:p>
        </p:txBody>
      </p:sp>
    </p:spTree>
    <p:extLst>
      <p:ext uri="{BB962C8B-B14F-4D97-AF65-F5344CB8AC3E}">
        <p14:creationId xmlns:p14="http://schemas.microsoft.com/office/powerpoint/2010/main" val="3283685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E358E2E7-FD95-7164-6380-488F7542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7DDE0-1E49-DA14-59B5-8AC23349A1FC}"/>
              </a:ext>
            </a:extLst>
          </p:cNvPr>
          <p:cNvSpPr txBox="1"/>
          <p:nvPr/>
        </p:nvSpPr>
        <p:spPr>
          <a:xfrm>
            <a:off x="3048000" y="2119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2: Model Causes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F19FC7-8105-4AE5-AE49-D906E88172C5}"/>
              </a:ext>
            </a:extLst>
          </p:cNvPr>
          <p:cNvSpPr/>
          <p:nvPr/>
        </p:nvSpPr>
        <p:spPr>
          <a:xfrm>
            <a:off x="1440425" y="988438"/>
            <a:ext cx="9311149" cy="5363201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THE PATTERN-MATCHING TRAP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dirty="0">
                <a:solidFill>
                  <a:schemeClr val="tx1"/>
                </a:solidFill>
              </a:rPr>
              <a:t>What the model sees during training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“Einstein developed …” </a:t>
            </a:r>
            <a:r>
              <a:rPr lang="en-US" b="1" dirty="0">
                <a:solidFill>
                  <a:schemeClr val="tx1"/>
                </a:solidFill>
              </a:rPr>
              <a:t>→ </a:t>
            </a:r>
            <a:r>
              <a:rPr lang="en-US" b="1" i="1" dirty="0">
                <a:solidFill>
                  <a:schemeClr val="tx1"/>
                </a:solidFill>
              </a:rPr>
              <a:t>the theory of relativity</a:t>
            </a:r>
          </a:p>
          <a:p>
            <a:pPr marL="800100" lvl="1" indent="-342900">
              <a:lnSpc>
                <a:spcPct val="107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“Einstein won the Nobel Prize for …” → </a:t>
            </a:r>
            <a:r>
              <a:rPr lang="en-US" b="1" i="1" dirty="0">
                <a:solidFill>
                  <a:schemeClr val="tx1"/>
                </a:solidFill>
              </a:rPr>
              <a:t>physics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dirty="0">
                <a:solidFill>
                  <a:schemeClr val="tx1"/>
                </a:solidFill>
              </a:rPr>
              <a:t>So when asked: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“Einstein won the Nobel Prize for his theory of …”, </a:t>
            </a:r>
            <a:r>
              <a:rPr lang="en-US" dirty="0">
                <a:solidFill>
                  <a:schemeClr val="tx1"/>
                </a:solidFill>
              </a:rPr>
              <a:t>the model predicts </a:t>
            </a:r>
            <a:r>
              <a:rPr lang="en-US" b="1" dirty="0">
                <a:solidFill>
                  <a:schemeClr val="tx1"/>
                </a:solidFill>
              </a:rPr>
              <a:t>“relativity” </a:t>
            </a:r>
            <a:r>
              <a:rPr lang="en-US" dirty="0">
                <a:solidFill>
                  <a:schemeClr val="tx1"/>
                </a:solidFill>
              </a:rPr>
              <a:t>(based on strong patterns)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dirty="0">
                <a:solidFill>
                  <a:schemeClr val="tx1"/>
                </a:solidFill>
              </a:rPr>
              <a:t>But this is incorrect; “</a:t>
            </a:r>
            <a:r>
              <a:rPr lang="en-US" i="1" dirty="0">
                <a:solidFill>
                  <a:schemeClr val="tx1"/>
                </a:solidFill>
              </a:rPr>
              <a:t>Einstein won the Nobel Prize for the </a:t>
            </a:r>
            <a:r>
              <a:rPr lang="en-US" b="1" i="1" dirty="0">
                <a:solidFill>
                  <a:schemeClr val="tx1"/>
                </a:solidFill>
              </a:rPr>
              <a:t>photoelectric effect</a:t>
            </a:r>
            <a:r>
              <a:rPr lang="en-US" i="1" dirty="0">
                <a:solidFill>
                  <a:schemeClr val="tx1"/>
                </a:solidFill>
              </a:rPr>
              <a:t>, not relativity”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200" dirty="0">
              <a:solidFill>
                <a:schemeClr val="tx1"/>
              </a:solidFill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dirty="0">
                <a:solidFill>
                  <a:schemeClr val="tx1"/>
                </a:solidFill>
              </a:rPr>
              <a:t>The pattern </a:t>
            </a:r>
            <a:r>
              <a:rPr lang="en-US" b="1" dirty="0">
                <a:solidFill>
                  <a:schemeClr val="tx1"/>
                </a:solidFill>
              </a:rPr>
              <a:t>“Einstein + Nobel + theory” → “relativity” </a:t>
            </a:r>
            <a:r>
              <a:rPr lang="en-US" dirty="0">
                <a:solidFill>
                  <a:schemeClr val="tx1"/>
                </a:solidFill>
              </a:rPr>
              <a:t>is stronger than the actual fact</a:t>
            </a:r>
          </a:p>
        </p:txBody>
      </p:sp>
    </p:spTree>
    <p:extLst>
      <p:ext uri="{BB962C8B-B14F-4D97-AF65-F5344CB8AC3E}">
        <p14:creationId xmlns:p14="http://schemas.microsoft.com/office/powerpoint/2010/main" val="3215157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3D7C08B3-2417-D645-9975-58CECCE3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2386B6-07C2-9F2C-3FAE-DBED7644E5A0}"/>
              </a:ext>
            </a:extLst>
          </p:cNvPr>
          <p:cNvSpPr txBox="1"/>
          <p:nvPr/>
        </p:nvSpPr>
        <p:spPr>
          <a:xfrm>
            <a:off x="2858814" y="1989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3: Inference Causes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7BDE14-39A2-6DA2-433B-E1D4872A6E4E}"/>
              </a:ext>
            </a:extLst>
          </p:cNvPr>
          <p:cNvSpPr/>
          <p:nvPr/>
        </p:nvSpPr>
        <p:spPr>
          <a:xfrm>
            <a:off x="748471" y="966634"/>
            <a:ext cx="5899978" cy="5338916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PROMPT AMBIGUITY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Issue: </a:t>
            </a:r>
            <a:r>
              <a:rPr lang="en-US" dirty="0">
                <a:solidFill>
                  <a:schemeClr val="tx1"/>
                </a:solidFill>
              </a:rPr>
              <a:t>User intent is unclear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 prompt: </a:t>
            </a:r>
            <a:r>
              <a:rPr lang="en-US" i="1" dirty="0">
                <a:solidFill>
                  <a:schemeClr val="tx1"/>
                </a:solidFill>
              </a:rPr>
              <a:t>“Explain the bank.”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Possible interpretations by the model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Bank of a river (land alongside a body of water)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Financial institution (accepts deposits)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The model may give an answer that is correct in isolation but not what the user intended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Vague prompts increase the risk of misinterpretation and incorrect context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8BACB4-5A78-82C4-FC66-DA035DDF6D39}"/>
              </a:ext>
            </a:extLst>
          </p:cNvPr>
          <p:cNvSpPr/>
          <p:nvPr/>
        </p:nvSpPr>
        <p:spPr>
          <a:xfrm>
            <a:off x="8701326" y="2794575"/>
            <a:ext cx="1415845" cy="8750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LLM</a:t>
            </a:r>
            <a:endParaRPr lang="en-GB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D025D1-E911-A1BD-3C40-1A73E8109079}"/>
              </a:ext>
            </a:extLst>
          </p:cNvPr>
          <p:cNvSpPr/>
          <p:nvPr/>
        </p:nvSpPr>
        <p:spPr>
          <a:xfrm>
            <a:off x="6989794" y="4369215"/>
            <a:ext cx="2272193" cy="15928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1400" b="1" dirty="0">
                <a:solidFill>
                  <a:schemeClr val="tx1"/>
                </a:solidFill>
              </a:rPr>
              <a:t>LLM Output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1400" dirty="0">
                <a:solidFill>
                  <a:schemeClr val="tx1"/>
                </a:solidFill>
              </a:rPr>
              <a:t>“The land alongside a body of water…”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1400" i="1" dirty="0">
                <a:solidFill>
                  <a:schemeClr val="tx1"/>
                </a:solidFill>
              </a:rPr>
              <a:t>(Accurate but unintended)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5BC353-CA12-2EF9-A648-4DF61FA09C83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8125891" y="3669646"/>
            <a:ext cx="1283358" cy="699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428AF4C-33A2-DB0E-4704-F3B64E6183E5}"/>
              </a:ext>
            </a:extLst>
          </p:cNvPr>
          <p:cNvSpPr txBox="1"/>
          <p:nvPr/>
        </p:nvSpPr>
        <p:spPr>
          <a:xfrm>
            <a:off x="8880639" y="966634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</a:t>
            </a:r>
            <a:endParaRPr lang="en-GB" sz="20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8CCC81-C73A-949B-9F0C-05699D2EB06F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9409249" y="3669646"/>
            <a:ext cx="1237784" cy="688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E55E6A-DC19-4CB9-D89C-C211D3EAB596}"/>
              </a:ext>
            </a:extLst>
          </p:cNvPr>
          <p:cNvSpPr/>
          <p:nvPr/>
        </p:nvSpPr>
        <p:spPr>
          <a:xfrm>
            <a:off x="9510936" y="4358459"/>
            <a:ext cx="2272193" cy="159282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1400" b="1" dirty="0">
                <a:solidFill>
                  <a:schemeClr val="tx1"/>
                </a:solidFill>
              </a:rPr>
              <a:t>LLM Output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1400" dirty="0">
                <a:solidFill>
                  <a:schemeClr val="tx1"/>
                </a:solidFill>
              </a:rPr>
              <a:t>“A financial institution that accepts deposits…”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1400" i="1" dirty="0">
                <a:solidFill>
                  <a:schemeClr val="tx1"/>
                </a:solidFill>
              </a:rPr>
              <a:t>(Intended but missed)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84E98A9-CEDC-EE2B-04B1-DE8A810E8A72}"/>
              </a:ext>
            </a:extLst>
          </p:cNvPr>
          <p:cNvSpPr/>
          <p:nvPr/>
        </p:nvSpPr>
        <p:spPr>
          <a:xfrm>
            <a:off x="7570923" y="1435767"/>
            <a:ext cx="3676650" cy="875071"/>
          </a:xfrm>
          <a:prstGeom prst="roundRect">
            <a:avLst>
              <a:gd name="adj" fmla="val 8396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3603087-81BC-BFD7-FADF-F074D8FD5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859" y="1635695"/>
            <a:ext cx="443281" cy="383969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63CC8F1-04AF-B32E-1B27-8E92E0ED1385}"/>
              </a:ext>
            </a:extLst>
          </p:cNvPr>
          <p:cNvSpPr/>
          <p:nvPr/>
        </p:nvSpPr>
        <p:spPr>
          <a:xfrm>
            <a:off x="10575858" y="1600712"/>
            <a:ext cx="443281" cy="418525"/>
          </a:xfrm>
          <a:prstGeom prst="roundRect">
            <a:avLst>
              <a:gd name="adj" fmla="val 617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Speech Bubble: Rectangle with Corners Rounded 41">
            <a:extLst>
              <a:ext uri="{FF2B5EF4-FFF2-40B4-BE49-F238E27FC236}">
                <a16:creationId xmlns:a16="http://schemas.microsoft.com/office/drawing/2014/main" id="{C4381831-FAA1-4E7D-1290-835FD32FBE19}"/>
              </a:ext>
            </a:extLst>
          </p:cNvPr>
          <p:cNvSpPr/>
          <p:nvPr/>
        </p:nvSpPr>
        <p:spPr>
          <a:xfrm>
            <a:off x="8036154" y="1594319"/>
            <a:ext cx="2469654" cy="557969"/>
          </a:xfrm>
          <a:prstGeom prst="wedgeRoundRectCallout">
            <a:avLst>
              <a:gd name="adj1" fmla="val 48549"/>
              <a:gd name="adj2" fmla="val 2604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</a:rPr>
              <a:t>User: </a:t>
            </a:r>
            <a:r>
              <a:rPr lang="en-US" sz="1500" dirty="0">
                <a:solidFill>
                  <a:schemeClr val="tx1"/>
                </a:solidFill>
              </a:rPr>
              <a:t>“Explain the bank.”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4221911-2693-C35B-7F5F-33E2FE3C8E23}"/>
              </a:ext>
            </a:extLst>
          </p:cNvPr>
          <p:cNvCxnSpPr>
            <a:cxnSpLocks/>
          </p:cNvCxnSpPr>
          <p:nvPr/>
        </p:nvCxnSpPr>
        <p:spPr>
          <a:xfrm>
            <a:off x="9409249" y="2336451"/>
            <a:ext cx="0" cy="458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819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A0441310-9733-6EE0-6E75-EAF1B03B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4A31E9-344C-0CBA-8482-E9DFF96B9B35}"/>
              </a:ext>
            </a:extLst>
          </p:cNvPr>
          <p:cNvSpPr txBox="1"/>
          <p:nvPr/>
        </p:nvSpPr>
        <p:spPr>
          <a:xfrm>
            <a:off x="2858814" y="1989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3: Inference Causes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479E36-D811-1C41-3ACA-CC2FC8708246}"/>
              </a:ext>
            </a:extLst>
          </p:cNvPr>
          <p:cNvSpPr/>
          <p:nvPr/>
        </p:nvSpPr>
        <p:spPr>
          <a:xfrm>
            <a:off x="715599" y="1085522"/>
            <a:ext cx="6096000" cy="5309419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TEMPERATURE SETTINGS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Temperature controls randomness in output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Low temperature (e.g., 0.1 </a:t>
            </a:r>
            <a:r>
              <a:rPr lang="en-IN" dirty="0">
                <a:solidFill>
                  <a:schemeClr val="tx1"/>
                </a:solidFill>
              </a:rPr>
              <a:t>–</a:t>
            </a:r>
            <a:r>
              <a:rPr lang="en-US" b="1" dirty="0">
                <a:solidFill>
                  <a:schemeClr val="tx1"/>
                </a:solidFill>
              </a:rPr>
              <a:t> 0.3)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More deterministic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Repeats common patterns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Safer, but less creative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High temperature (e.g., 0.8 </a:t>
            </a:r>
            <a:r>
              <a:rPr lang="en-IN" dirty="0">
                <a:solidFill>
                  <a:schemeClr val="tx1"/>
                </a:solidFill>
              </a:rPr>
              <a:t>–</a:t>
            </a:r>
            <a:r>
              <a:rPr lang="en-US" b="1" dirty="0">
                <a:solidFill>
                  <a:schemeClr val="tx1"/>
                </a:solidFill>
              </a:rPr>
              <a:t> 1.0)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More creative and diverse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Higher risk of unusual or incorrect connections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Impact: </a:t>
            </a:r>
            <a:r>
              <a:rPr lang="en-US" dirty="0">
                <a:solidFill>
                  <a:schemeClr val="tx1"/>
                </a:solidFill>
              </a:rPr>
              <a:t>High temperature can increase the chance of fluent but incorrect or nonsensical outputs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1C9EB2-8994-D4BD-321E-C7195A1AF83D}"/>
              </a:ext>
            </a:extLst>
          </p:cNvPr>
          <p:cNvSpPr/>
          <p:nvPr/>
        </p:nvSpPr>
        <p:spPr>
          <a:xfrm>
            <a:off x="7614834" y="2697197"/>
            <a:ext cx="3295651" cy="2667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00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922D94-4925-A875-831E-C142939158BF}"/>
              </a:ext>
            </a:extLst>
          </p:cNvPr>
          <p:cNvSpPr txBox="1"/>
          <p:nvPr/>
        </p:nvSpPr>
        <p:spPr>
          <a:xfrm>
            <a:off x="7126715" y="3011194"/>
            <a:ext cx="1242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/>
              <a:t>Low (0.1)</a:t>
            </a:r>
          </a:p>
          <a:p>
            <a:pPr algn="ctr"/>
            <a:r>
              <a:rPr lang="en-IN" sz="1400" dirty="0"/>
              <a:t>Deterministic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6D246-3CE9-2EA0-99FA-4D270624BC5D}"/>
              </a:ext>
            </a:extLst>
          </p:cNvPr>
          <p:cNvSpPr txBox="1"/>
          <p:nvPr/>
        </p:nvSpPr>
        <p:spPr>
          <a:xfrm>
            <a:off x="10010974" y="3011849"/>
            <a:ext cx="1584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/>
              <a:t>High (0.9)</a:t>
            </a:r>
          </a:p>
          <a:p>
            <a:pPr algn="ctr"/>
            <a:r>
              <a:rPr lang="en-IN" sz="1400" dirty="0"/>
              <a:t>Creative/Random</a:t>
            </a:r>
            <a:endParaRPr lang="en-GB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44AA86-F9A3-3B5E-C19F-4D41C5E588F1}"/>
              </a:ext>
            </a:extLst>
          </p:cNvPr>
          <p:cNvSpPr/>
          <p:nvPr/>
        </p:nvSpPr>
        <p:spPr>
          <a:xfrm>
            <a:off x="7112063" y="3583021"/>
            <a:ext cx="1276350" cy="6191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“The cat sat on the mat.”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1849CC-8530-243A-85B0-3130C295F645}"/>
              </a:ext>
            </a:extLst>
          </p:cNvPr>
          <p:cNvSpPr/>
          <p:nvPr/>
        </p:nvSpPr>
        <p:spPr>
          <a:xfrm>
            <a:off x="9672235" y="3583021"/>
            <a:ext cx="2120261" cy="100965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“The cat sat on the mat and then flew to the moon with a spoon, singing about purple broccoli.”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81A22A-2A4F-54A8-C4B8-CFDFB01B7C9D}"/>
              </a:ext>
            </a:extLst>
          </p:cNvPr>
          <p:cNvSpPr txBox="1"/>
          <p:nvPr/>
        </p:nvSpPr>
        <p:spPr>
          <a:xfrm>
            <a:off x="8648548" y="2365444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/>
              <a:t>Temperature</a:t>
            </a:r>
            <a:endParaRPr lang="en-GB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6CD3A2-E483-4450-23A5-5EDAA2A4A1A2}"/>
              </a:ext>
            </a:extLst>
          </p:cNvPr>
          <p:cNvSpPr txBox="1"/>
          <p:nvPr/>
        </p:nvSpPr>
        <p:spPr>
          <a:xfrm>
            <a:off x="8581223" y="1545531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/>
              <a:t>EXAMPLE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49519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0B4E7744-2427-89B7-6615-090324AD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1FE33E-52D6-BCBB-D601-826CC0B76665}"/>
              </a:ext>
            </a:extLst>
          </p:cNvPr>
          <p:cNvSpPr txBox="1"/>
          <p:nvPr/>
        </p:nvSpPr>
        <p:spPr>
          <a:xfrm>
            <a:off x="3048000" y="2336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3: Inference Causes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6D28EB3-B8A1-0AC1-19CD-D206F19E31E7}"/>
              </a:ext>
            </a:extLst>
          </p:cNvPr>
          <p:cNvSpPr/>
          <p:nvPr/>
        </p:nvSpPr>
        <p:spPr>
          <a:xfrm>
            <a:off x="677095" y="1244668"/>
            <a:ext cx="6346005" cy="4553846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CONTEXT WINDOW LIMITS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Issue: </a:t>
            </a:r>
            <a:r>
              <a:rPr lang="en-US" dirty="0">
                <a:solidFill>
                  <a:schemeClr val="tx1"/>
                </a:solidFill>
              </a:rPr>
              <a:t>Limited memory of long conversations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What happens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Earlier parts of the conversation may be truncated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The model may no longer “see” important earlier information and may invent a new answer</a:t>
            </a:r>
            <a:endParaRPr lang="en-US" sz="1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Impact: </a:t>
            </a:r>
            <a:r>
              <a:rPr lang="en-US" dirty="0">
                <a:solidFill>
                  <a:schemeClr val="tx1"/>
                </a:solidFill>
              </a:rPr>
              <a:t>Loss of earlier context can lead to inconsistency and fabricated continuations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8CEB11-75EB-C0A6-B123-697A26A3DF17}"/>
              </a:ext>
            </a:extLst>
          </p:cNvPr>
          <p:cNvSpPr/>
          <p:nvPr/>
        </p:nvSpPr>
        <p:spPr>
          <a:xfrm>
            <a:off x="7670762" y="1642330"/>
            <a:ext cx="3676650" cy="2789355"/>
          </a:xfrm>
          <a:prstGeom prst="roundRect">
            <a:avLst>
              <a:gd name="adj" fmla="val 8396"/>
            </a:avLst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5C674-4E8D-D869-D0C3-E33FD91BA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907" y="2866362"/>
            <a:ext cx="443281" cy="383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43E2AD-0DAF-13F9-9F25-A1AF49CCF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515" y="3699989"/>
            <a:ext cx="454203" cy="44591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7E95FA-FA6E-BC2E-A078-19591C564611}"/>
              </a:ext>
            </a:extLst>
          </p:cNvPr>
          <p:cNvSpPr/>
          <p:nvPr/>
        </p:nvSpPr>
        <p:spPr>
          <a:xfrm>
            <a:off x="10803906" y="2831379"/>
            <a:ext cx="443281" cy="418525"/>
          </a:xfrm>
          <a:prstGeom prst="roundRect">
            <a:avLst>
              <a:gd name="adj" fmla="val 617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752A38C-6FDA-A6BD-96AB-B9CF3BB2DCF8}"/>
              </a:ext>
            </a:extLst>
          </p:cNvPr>
          <p:cNvSpPr/>
          <p:nvPr/>
        </p:nvSpPr>
        <p:spPr>
          <a:xfrm>
            <a:off x="8234094" y="2829749"/>
            <a:ext cx="2469654" cy="557969"/>
          </a:xfrm>
          <a:prstGeom prst="wedgeRoundRectCallout">
            <a:avLst>
              <a:gd name="adj1" fmla="val 48549"/>
              <a:gd name="adj2" fmla="val 2604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User: </a:t>
            </a:r>
            <a:r>
              <a:rPr lang="en-US" sz="1300" dirty="0">
                <a:solidFill>
                  <a:schemeClr val="tx1"/>
                </a:solidFill>
              </a:rPr>
              <a:t>“So, what did you say about the first point?”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B0CE7460-5A0F-69F4-BC8E-E708594AE423}"/>
              </a:ext>
            </a:extLst>
          </p:cNvPr>
          <p:cNvSpPr/>
          <p:nvPr/>
        </p:nvSpPr>
        <p:spPr>
          <a:xfrm>
            <a:off x="8234093" y="3572391"/>
            <a:ext cx="2469655" cy="681528"/>
          </a:xfrm>
          <a:prstGeom prst="wedgeRoundRectCallout">
            <a:avLst>
              <a:gd name="adj1" fmla="val -48735"/>
              <a:gd name="adj2" fmla="val 16935"/>
              <a:gd name="adj3" fmla="val 1666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</a:rPr>
              <a:t>LLM:</a:t>
            </a:r>
            <a:r>
              <a:rPr lang="en-IN" sz="1400" i="1" dirty="0">
                <a:solidFill>
                  <a:schemeClr val="tx1"/>
                </a:solidFill>
              </a:rPr>
              <a:t> </a:t>
            </a:r>
            <a:r>
              <a:rPr lang="en-IN" sz="1300" dirty="0">
                <a:solidFill>
                  <a:schemeClr val="tx1"/>
                </a:solidFill>
              </a:rPr>
              <a:t>“I’m sorry, I don’t recall the first point. Here’s a new fact….”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C7EFEA-3A4E-E75A-CA2D-DAC1EC9A9591}"/>
              </a:ext>
            </a:extLst>
          </p:cNvPr>
          <p:cNvSpPr txBox="1"/>
          <p:nvPr/>
        </p:nvSpPr>
        <p:spPr>
          <a:xfrm>
            <a:off x="8787483" y="1136868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</a:t>
            </a:r>
            <a:endParaRPr lang="en-GB" sz="2000" b="1" dirty="0"/>
          </a:p>
        </p:txBody>
      </p:sp>
      <p:pic>
        <p:nvPicPr>
          <p:cNvPr id="17" name="Graphic 16" descr="Processor with solid fill">
            <a:extLst>
              <a:ext uri="{FF2B5EF4-FFF2-40B4-BE49-F238E27FC236}">
                <a16:creationId xmlns:a16="http://schemas.microsoft.com/office/drawing/2014/main" id="{1C5F8953-DB60-CCA0-12AD-6D50110C05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5118" y="5060986"/>
            <a:ext cx="851801" cy="851801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F30B2D-EDBE-AB60-C34C-0BB9A0687D5C}"/>
              </a:ext>
            </a:extLst>
          </p:cNvPr>
          <p:cNvSpPr/>
          <p:nvPr/>
        </p:nvSpPr>
        <p:spPr>
          <a:xfrm>
            <a:off x="8576699" y="5359703"/>
            <a:ext cx="1565280" cy="25766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0AD2DB-0A75-47F0-6EAC-7AD09D38333B}"/>
              </a:ext>
            </a:extLst>
          </p:cNvPr>
          <p:cNvSpPr/>
          <p:nvPr/>
        </p:nvSpPr>
        <p:spPr>
          <a:xfrm>
            <a:off x="8581500" y="5353537"/>
            <a:ext cx="2665687" cy="2667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34A6C-D1A2-03FE-846D-3C0CDD60E127}"/>
              </a:ext>
            </a:extLst>
          </p:cNvPr>
          <p:cNvSpPr txBox="1"/>
          <p:nvPr/>
        </p:nvSpPr>
        <p:spPr>
          <a:xfrm>
            <a:off x="8988600" y="4969009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Limited Memory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566C20-EA42-4015-6490-B43FAEDBDC24}"/>
              </a:ext>
            </a:extLst>
          </p:cNvPr>
          <p:cNvSpPr txBox="1"/>
          <p:nvPr/>
        </p:nvSpPr>
        <p:spPr>
          <a:xfrm rot="20968968">
            <a:off x="8103288" y="1940731"/>
            <a:ext cx="322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-----Forgotten Context-----         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181528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A0CDEB47-C04D-73C6-0827-7613635A9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E15B0D-273A-135C-7CA9-C42548C793A8}"/>
              </a:ext>
            </a:extLst>
          </p:cNvPr>
          <p:cNvSpPr txBox="1"/>
          <p:nvPr/>
        </p:nvSpPr>
        <p:spPr>
          <a:xfrm>
            <a:off x="2858814" y="1989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Cause 3: Inference Causes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6CDA08-619E-ABEA-2D23-68568213F9C5}"/>
              </a:ext>
            </a:extLst>
          </p:cNvPr>
          <p:cNvSpPr/>
          <p:nvPr/>
        </p:nvSpPr>
        <p:spPr>
          <a:xfrm>
            <a:off x="674822" y="1061883"/>
            <a:ext cx="6758366" cy="4984955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LACK OF GROUNDING IN REAL-WORLD FACTS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Issue: </a:t>
            </a:r>
            <a:r>
              <a:rPr lang="en-US" dirty="0">
                <a:solidFill>
                  <a:schemeClr val="tx1"/>
                </a:solidFill>
              </a:rPr>
              <a:t>No guaranteed access to verified external data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What the model does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Relies on learned text patterns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Connects loosely related concepts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 fabricated output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i="1" dirty="0">
                <a:solidFill>
                  <a:schemeClr val="tx1"/>
                </a:solidFill>
              </a:rPr>
              <a:t>“The Eiffel Tower was built on Mars in 1845 by avocado farmers.”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Impact: </a:t>
            </a:r>
            <a:r>
              <a:rPr lang="en-US" dirty="0">
                <a:solidFill>
                  <a:schemeClr val="tx1"/>
                </a:solidFill>
              </a:rPr>
              <a:t>Without real-time verification, the model may generate confident but false statements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EF3385-0ECC-6C5C-83AE-06FAB9B6E7FA}"/>
              </a:ext>
            </a:extLst>
          </p:cNvPr>
          <p:cNvSpPr/>
          <p:nvPr/>
        </p:nvSpPr>
        <p:spPr>
          <a:xfrm>
            <a:off x="9134127" y="2586194"/>
            <a:ext cx="1415845" cy="8750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LLM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37B231-D1C0-DDDB-B134-53C793195B55}"/>
              </a:ext>
            </a:extLst>
          </p:cNvPr>
          <p:cNvSpPr/>
          <p:nvPr/>
        </p:nvSpPr>
        <p:spPr>
          <a:xfrm>
            <a:off x="7851018" y="1786708"/>
            <a:ext cx="1283109" cy="4375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Eiffel Tower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A29C9B-7A73-A0D0-8641-7E9F3D4880FD}"/>
              </a:ext>
            </a:extLst>
          </p:cNvPr>
          <p:cNvSpPr/>
          <p:nvPr/>
        </p:nvSpPr>
        <p:spPr>
          <a:xfrm>
            <a:off x="10467670" y="1567941"/>
            <a:ext cx="1037303" cy="4375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Avocado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9EAD1F-F59A-ED8F-96F8-D5E6E48F1465}"/>
              </a:ext>
            </a:extLst>
          </p:cNvPr>
          <p:cNvSpPr/>
          <p:nvPr/>
        </p:nvSpPr>
        <p:spPr>
          <a:xfrm>
            <a:off x="10843837" y="2517982"/>
            <a:ext cx="661136" cy="4375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1845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070273-C37D-7C4F-0CAA-D4C20480E3BC}"/>
              </a:ext>
            </a:extLst>
          </p:cNvPr>
          <p:cNvSpPr/>
          <p:nvPr/>
        </p:nvSpPr>
        <p:spPr>
          <a:xfrm>
            <a:off x="8005792" y="2871331"/>
            <a:ext cx="754711" cy="4375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Mars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91EDE0-0380-96B7-B59F-D7A37900DEAE}"/>
              </a:ext>
            </a:extLst>
          </p:cNvPr>
          <p:cNvSpPr/>
          <p:nvPr/>
        </p:nvSpPr>
        <p:spPr>
          <a:xfrm>
            <a:off x="8363482" y="4333877"/>
            <a:ext cx="2943490" cy="15928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dirty="0">
                <a:solidFill>
                  <a:schemeClr val="tx1"/>
                </a:solidFill>
              </a:rPr>
              <a:t>LLM output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i="1" dirty="0">
                <a:solidFill>
                  <a:schemeClr val="tx1"/>
                </a:solidFill>
              </a:rPr>
              <a:t>“The Eiffel Tower was built on Mars in 1845 by avocado farmers.”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33A8BC-6767-5AD4-66B4-320A2F62271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9835227" y="3461265"/>
            <a:ext cx="6823" cy="872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83F9A9-A562-5A22-DC79-C96996F0369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8760503" y="3023730"/>
            <a:ext cx="373624" cy="66368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BE37B5-1CED-793B-85C0-1F8AD91027A9}"/>
              </a:ext>
            </a:extLst>
          </p:cNvPr>
          <p:cNvCxnSpPr>
            <a:cxnSpLocks/>
          </p:cNvCxnSpPr>
          <p:nvPr/>
        </p:nvCxnSpPr>
        <p:spPr>
          <a:xfrm>
            <a:off x="8802925" y="2234694"/>
            <a:ext cx="481061" cy="35150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0C5693-E7DE-0CB2-8932-2FEC3AB9323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0543234" y="2736750"/>
            <a:ext cx="300603" cy="11491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78F07F-88A2-C771-388C-CEE654B4BA21}"/>
              </a:ext>
            </a:extLst>
          </p:cNvPr>
          <p:cNvCxnSpPr>
            <a:cxnSpLocks/>
          </p:cNvCxnSpPr>
          <p:nvPr/>
        </p:nvCxnSpPr>
        <p:spPr>
          <a:xfrm flipH="1">
            <a:off x="10264837" y="2005475"/>
            <a:ext cx="352692" cy="55091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63C6DDB-4C1D-9FA2-1A64-4CE60D17A1B9}"/>
              </a:ext>
            </a:extLst>
          </p:cNvPr>
          <p:cNvSpPr txBox="1"/>
          <p:nvPr/>
        </p:nvSpPr>
        <p:spPr>
          <a:xfrm>
            <a:off x="9134127" y="931296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663117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AB901BC3-C2A9-4792-8259-33CDE53F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">
            <a:extLst>
              <a:ext uri="{FF2B5EF4-FFF2-40B4-BE49-F238E27FC236}">
                <a16:creationId xmlns:a16="http://schemas.microsoft.com/office/drawing/2014/main" id="{180AC450-FB5E-0745-04BF-14D91A17CBF5}"/>
              </a:ext>
            </a:extLst>
          </p:cNvPr>
          <p:cNvSpPr txBox="1"/>
          <p:nvPr/>
        </p:nvSpPr>
        <p:spPr>
          <a:xfrm>
            <a:off x="2413346" y="2277382"/>
            <a:ext cx="699191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buClr>
                <a:schemeClr val="accent1"/>
              </a:buClr>
              <a:buSzPts val="4800"/>
            </a:pPr>
            <a:r>
              <a:rPr lang="en-GB" sz="48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Risks Associated With Hallucinations</a:t>
            </a:r>
          </a:p>
        </p:txBody>
      </p:sp>
    </p:spTree>
    <p:extLst>
      <p:ext uri="{BB962C8B-B14F-4D97-AF65-F5344CB8AC3E}">
        <p14:creationId xmlns:p14="http://schemas.microsoft.com/office/powerpoint/2010/main" val="3202943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77E4CB1B-1EE6-0E80-9355-D84B8AED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BBA51-5902-6F65-9792-5F67171BD3E3}"/>
              </a:ext>
            </a:extLst>
          </p:cNvPr>
          <p:cNvSpPr txBox="1"/>
          <p:nvPr/>
        </p:nvSpPr>
        <p:spPr>
          <a:xfrm>
            <a:off x="3048000" y="1752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Impact on User Trust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6E0D1D-9065-9DFE-56E3-8DC680BA3A65}"/>
              </a:ext>
            </a:extLst>
          </p:cNvPr>
          <p:cNvCxnSpPr>
            <a:cxnSpLocks/>
          </p:cNvCxnSpPr>
          <p:nvPr/>
        </p:nvCxnSpPr>
        <p:spPr>
          <a:xfrm>
            <a:off x="3948838" y="2099357"/>
            <a:ext cx="12507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8843A0-A31C-844A-B229-1E38BE79FB64}"/>
              </a:ext>
            </a:extLst>
          </p:cNvPr>
          <p:cNvCxnSpPr>
            <a:cxnSpLocks/>
          </p:cNvCxnSpPr>
          <p:nvPr/>
        </p:nvCxnSpPr>
        <p:spPr>
          <a:xfrm flipV="1">
            <a:off x="6833421" y="2099356"/>
            <a:ext cx="15818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C388D8-7225-F064-5081-ABEB13D8499A}"/>
              </a:ext>
            </a:extLst>
          </p:cNvPr>
          <p:cNvCxnSpPr>
            <a:cxnSpLocks/>
          </p:cNvCxnSpPr>
          <p:nvPr/>
        </p:nvCxnSpPr>
        <p:spPr>
          <a:xfrm>
            <a:off x="9266566" y="2603852"/>
            <a:ext cx="0" cy="71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08CBC9-0891-134F-7399-B99544D11FF3}"/>
              </a:ext>
            </a:extLst>
          </p:cNvPr>
          <p:cNvCxnSpPr>
            <a:cxnSpLocks/>
          </p:cNvCxnSpPr>
          <p:nvPr/>
        </p:nvCxnSpPr>
        <p:spPr>
          <a:xfrm flipH="1" flipV="1">
            <a:off x="6833421" y="3828310"/>
            <a:ext cx="15818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DEC681-0045-D8BD-AD9D-03D3ABA5AF80}"/>
              </a:ext>
            </a:extLst>
          </p:cNvPr>
          <p:cNvCxnSpPr>
            <a:cxnSpLocks/>
          </p:cNvCxnSpPr>
          <p:nvPr/>
        </p:nvCxnSpPr>
        <p:spPr>
          <a:xfrm flipH="1" flipV="1">
            <a:off x="3948838" y="3828309"/>
            <a:ext cx="125073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710E4B-6D42-DCA1-964F-8763913A63E4}"/>
              </a:ext>
            </a:extLst>
          </p:cNvPr>
          <p:cNvCxnSpPr>
            <a:cxnSpLocks/>
          </p:cNvCxnSpPr>
          <p:nvPr/>
        </p:nvCxnSpPr>
        <p:spPr>
          <a:xfrm flipV="1">
            <a:off x="3097500" y="2603853"/>
            <a:ext cx="0" cy="719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2C0E5D-FD6B-9119-22EF-D1FAEAA359A6}"/>
              </a:ext>
            </a:extLst>
          </p:cNvPr>
          <p:cNvSpPr/>
          <p:nvPr/>
        </p:nvSpPr>
        <p:spPr>
          <a:xfrm>
            <a:off x="2326515" y="3323812"/>
            <a:ext cx="1622323" cy="1008993"/>
          </a:xfrm>
          <a:prstGeom prst="roundRect">
            <a:avLst>
              <a:gd name="adj" fmla="val 1129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Hard to get back trust </a:t>
            </a:r>
            <a:r>
              <a:rPr lang="en-IN" i="1" dirty="0">
                <a:solidFill>
                  <a:sysClr val="windowText" lastClr="000000"/>
                </a:solidFill>
              </a:rPr>
              <a:t>(slow rebuild)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02AC37-9161-F1F5-9B31-9AE426A1D0BC}"/>
              </a:ext>
            </a:extLst>
          </p:cNvPr>
          <p:cNvSpPr/>
          <p:nvPr/>
        </p:nvSpPr>
        <p:spPr>
          <a:xfrm>
            <a:off x="2326515" y="1613988"/>
            <a:ext cx="1622323" cy="1008993"/>
          </a:xfrm>
          <a:prstGeom prst="roundRect">
            <a:avLst>
              <a:gd name="adj" fmla="val 1129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User trusts AI output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BFC8D3-9508-5036-DF51-546C58DD018D}"/>
              </a:ext>
            </a:extLst>
          </p:cNvPr>
          <p:cNvSpPr/>
          <p:nvPr/>
        </p:nvSpPr>
        <p:spPr>
          <a:xfrm>
            <a:off x="5199569" y="1632381"/>
            <a:ext cx="1622323" cy="1008993"/>
          </a:xfrm>
          <a:prstGeom prst="roundRect">
            <a:avLst>
              <a:gd name="adj" fmla="val 1129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User relies on AI decision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70BAE3-7060-56BE-D499-EC8B9934A8B0}"/>
              </a:ext>
            </a:extLst>
          </p:cNvPr>
          <p:cNvSpPr/>
          <p:nvPr/>
        </p:nvSpPr>
        <p:spPr>
          <a:xfrm>
            <a:off x="5199569" y="3305051"/>
            <a:ext cx="1622323" cy="1008993"/>
          </a:xfrm>
          <a:prstGeom prst="roundRect">
            <a:avLst>
              <a:gd name="adj" fmla="val 1129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User becomes sceptical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F62EAE-A8BE-6F6C-AB85-9997F7AF4BC8}"/>
              </a:ext>
            </a:extLst>
          </p:cNvPr>
          <p:cNvSpPr/>
          <p:nvPr/>
        </p:nvSpPr>
        <p:spPr>
          <a:xfrm>
            <a:off x="8415228" y="1594859"/>
            <a:ext cx="1622323" cy="1008993"/>
          </a:xfrm>
          <a:prstGeom prst="roundRect">
            <a:avLst>
              <a:gd name="adj" fmla="val 1129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Hallucination discovered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1B8E0B1-1E45-88E9-E0D3-0D5331033171}"/>
              </a:ext>
            </a:extLst>
          </p:cNvPr>
          <p:cNvSpPr/>
          <p:nvPr/>
        </p:nvSpPr>
        <p:spPr>
          <a:xfrm>
            <a:off x="8415227" y="3323812"/>
            <a:ext cx="1622323" cy="1008993"/>
          </a:xfrm>
          <a:prstGeom prst="roundRect">
            <a:avLst>
              <a:gd name="adj" fmla="val 1129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Trust is damaged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E4DFD5-AC04-FB71-A439-1B6D58A94AAF}"/>
              </a:ext>
            </a:extLst>
          </p:cNvPr>
          <p:cNvSpPr/>
          <p:nvPr/>
        </p:nvSpPr>
        <p:spPr>
          <a:xfrm>
            <a:off x="891514" y="5157783"/>
            <a:ext cx="10238432" cy="88520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Trust Erosion Cycle: </a:t>
            </a:r>
            <a:r>
              <a:rPr lang="en-GB" dirty="0">
                <a:solidFill>
                  <a:schemeClr val="tx1"/>
                </a:solidFill>
              </a:rPr>
              <a:t>One significant hallucination can undo months of positive user experiences with an AI system</a:t>
            </a:r>
          </a:p>
        </p:txBody>
      </p:sp>
    </p:spTree>
    <p:extLst>
      <p:ext uri="{BB962C8B-B14F-4D97-AF65-F5344CB8AC3E}">
        <p14:creationId xmlns:p14="http://schemas.microsoft.com/office/powerpoint/2010/main" val="328229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B8417D0C-EF74-C791-3FF5-5E9A051D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C0988B-59F1-0BAC-8ED4-679348DB9077}"/>
              </a:ext>
            </a:extLst>
          </p:cNvPr>
          <p:cNvSpPr txBox="1"/>
          <p:nvPr/>
        </p:nvSpPr>
        <p:spPr>
          <a:xfrm>
            <a:off x="3055883" y="1862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Risks in User-Facing Applications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D6DDE3-F23C-A2AB-7415-08F9BBCE780F}"/>
              </a:ext>
            </a:extLst>
          </p:cNvPr>
          <p:cNvSpPr/>
          <p:nvPr/>
        </p:nvSpPr>
        <p:spPr>
          <a:xfrm>
            <a:off x="1746290" y="1324743"/>
            <a:ext cx="8715186" cy="4208513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CRITICAL RISK DOMAIN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Healthcare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Hallucination: </a:t>
            </a:r>
            <a:r>
              <a:rPr lang="en-US" dirty="0">
                <a:solidFill>
                  <a:schemeClr val="tx1"/>
                </a:solidFill>
              </a:rPr>
              <a:t>“This drug interaction is safe”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Patient harm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Potential fatality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Example: </a:t>
            </a:r>
            <a:r>
              <a:rPr lang="en-US" dirty="0">
                <a:solidFill>
                  <a:schemeClr val="tx1"/>
                </a:solidFill>
              </a:rPr>
              <a:t>AI suggests medication that interacts dangerously with patient’s existing prescriptions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850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61D7BF32-0C58-77E3-4DCA-E83C6CF1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DE5DDF-6343-5BE6-8698-9DCA8249562C}"/>
              </a:ext>
            </a:extLst>
          </p:cNvPr>
          <p:cNvSpPr txBox="1"/>
          <p:nvPr/>
        </p:nvSpPr>
        <p:spPr>
          <a:xfrm>
            <a:off x="3055883" y="1608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Risks in User-Facing Applications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BC8A53-CD82-E02E-4962-920EA955C1B2}"/>
              </a:ext>
            </a:extLst>
          </p:cNvPr>
          <p:cNvSpPr/>
          <p:nvPr/>
        </p:nvSpPr>
        <p:spPr>
          <a:xfrm>
            <a:off x="2692420" y="1210059"/>
            <a:ext cx="6807160" cy="4437882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CRITICAL RISK DOMAIN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Legal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Hallucination: </a:t>
            </a:r>
            <a:r>
              <a:rPr lang="en-US" dirty="0">
                <a:solidFill>
                  <a:schemeClr val="tx1"/>
                </a:solidFill>
              </a:rPr>
              <a:t>Fabricated case citations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Court sanctions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Malpractice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Case dismissal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Example: </a:t>
            </a:r>
            <a:r>
              <a:rPr lang="en-US" dirty="0">
                <a:solidFill>
                  <a:schemeClr val="tx1"/>
                </a:solidFill>
              </a:rPr>
              <a:t>Lawyer cites non-existent precedents</a:t>
            </a:r>
          </a:p>
        </p:txBody>
      </p:sp>
    </p:spTree>
    <p:extLst>
      <p:ext uri="{BB962C8B-B14F-4D97-AF65-F5344CB8AC3E}">
        <p14:creationId xmlns:p14="http://schemas.microsoft.com/office/powerpoint/2010/main" val="4138961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E57C5A27-4738-DAFE-44C4-2D743353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44B3BE-2033-858E-8EA1-1D790E7BA1D1}"/>
              </a:ext>
            </a:extLst>
          </p:cNvPr>
          <p:cNvSpPr txBox="1"/>
          <p:nvPr/>
        </p:nvSpPr>
        <p:spPr>
          <a:xfrm>
            <a:off x="3055883" y="1608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Risks in User-Facing Applications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5AAE246-FED0-794B-16AC-7A0720137DAE}"/>
              </a:ext>
            </a:extLst>
          </p:cNvPr>
          <p:cNvSpPr/>
          <p:nvPr/>
        </p:nvSpPr>
        <p:spPr>
          <a:xfrm>
            <a:off x="2692420" y="1143384"/>
            <a:ext cx="6807160" cy="4571232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CRITICAL RISK DOMAIN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Financial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Hallucination: </a:t>
            </a:r>
            <a:r>
              <a:rPr lang="en-US" dirty="0">
                <a:solidFill>
                  <a:schemeClr val="tx1"/>
                </a:solidFill>
              </a:rPr>
              <a:t>Incorrect tax advice or financial figures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Financial losses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Regulatory penalties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Fraud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Example: </a:t>
            </a:r>
            <a:r>
              <a:rPr lang="en-US" dirty="0">
                <a:solidFill>
                  <a:schemeClr val="tx1"/>
                </a:solidFill>
              </a:rPr>
              <a:t>AI miscalculates tax liability by 50%</a:t>
            </a:r>
          </a:p>
        </p:txBody>
      </p:sp>
    </p:spTree>
    <p:extLst>
      <p:ext uri="{BB962C8B-B14F-4D97-AF65-F5344CB8AC3E}">
        <p14:creationId xmlns:p14="http://schemas.microsoft.com/office/powerpoint/2010/main" val="3208999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FA16D2B5-66AC-1837-4D74-A36AFB0C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F3059-4ED0-7510-0B6E-1E89AE7E9FC9}"/>
              </a:ext>
            </a:extLst>
          </p:cNvPr>
          <p:cNvSpPr txBox="1"/>
          <p:nvPr/>
        </p:nvSpPr>
        <p:spPr>
          <a:xfrm>
            <a:off x="3055883" y="1608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Risks in User-Facing Applications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813AA3-6A99-4D26-1FA4-A3221903F839}"/>
              </a:ext>
            </a:extLst>
          </p:cNvPr>
          <p:cNvSpPr/>
          <p:nvPr/>
        </p:nvSpPr>
        <p:spPr>
          <a:xfrm>
            <a:off x="2700303" y="1324743"/>
            <a:ext cx="6807160" cy="4208513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MODERATE RISK DOMAIN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Education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Hallucination: </a:t>
            </a:r>
            <a:r>
              <a:rPr lang="en-US" dirty="0">
                <a:solidFill>
                  <a:schemeClr val="tx1"/>
                </a:solidFill>
              </a:rPr>
              <a:t>Incorrect facts taught to students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Misinformation propagation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Wrong learning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Example: </a:t>
            </a:r>
            <a:r>
              <a:rPr lang="en-US" dirty="0">
                <a:solidFill>
                  <a:schemeClr val="tx1"/>
                </a:solidFill>
              </a:rPr>
              <a:t>AI tutoring system teaches incorrect history</a:t>
            </a:r>
          </a:p>
        </p:txBody>
      </p:sp>
    </p:spTree>
    <p:extLst>
      <p:ext uri="{BB962C8B-B14F-4D97-AF65-F5344CB8AC3E}">
        <p14:creationId xmlns:p14="http://schemas.microsoft.com/office/powerpoint/2010/main" val="2363493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F7E57A26-7EB9-70F1-A1FE-D6739098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222C0D-8BCA-C719-B80E-18201EFB67F2}"/>
              </a:ext>
            </a:extLst>
          </p:cNvPr>
          <p:cNvSpPr txBox="1"/>
          <p:nvPr/>
        </p:nvSpPr>
        <p:spPr>
          <a:xfrm>
            <a:off x="3055883" y="1322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Risks in User-Facing Applications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03F908-AB2B-A393-2E52-8A1238354A5B}"/>
              </a:ext>
            </a:extLst>
          </p:cNvPr>
          <p:cNvSpPr/>
          <p:nvPr/>
        </p:nvSpPr>
        <p:spPr>
          <a:xfrm>
            <a:off x="2700303" y="1205296"/>
            <a:ext cx="6807160" cy="4447407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MODERATE RISK DOMAIN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Customer Service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Hallucination: </a:t>
            </a:r>
            <a:r>
              <a:rPr lang="en-US" dirty="0">
                <a:solidFill>
                  <a:schemeClr val="tx1"/>
                </a:solidFill>
              </a:rPr>
              <a:t>Wrong product information or policies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Customer frustration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Returns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Brand damage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Example: </a:t>
            </a:r>
            <a:r>
              <a:rPr lang="en-US" dirty="0">
                <a:solidFill>
                  <a:schemeClr val="tx1"/>
                </a:solidFill>
              </a:rPr>
              <a:t>Chatbot promises non-existent refund policy</a:t>
            </a:r>
          </a:p>
        </p:txBody>
      </p:sp>
    </p:spTree>
    <p:extLst>
      <p:ext uri="{BB962C8B-B14F-4D97-AF65-F5344CB8AC3E}">
        <p14:creationId xmlns:p14="http://schemas.microsoft.com/office/powerpoint/2010/main" val="2239570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DEA989C1-DF96-232E-20D1-8FFAE877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C9A3B7-C1D3-BADA-4FAA-F40E656442DF}"/>
              </a:ext>
            </a:extLst>
          </p:cNvPr>
          <p:cNvSpPr txBox="1"/>
          <p:nvPr/>
        </p:nvSpPr>
        <p:spPr>
          <a:xfrm>
            <a:off x="3055883" y="1322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Risks in User-Facing Applications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F3524A-EE50-EFDE-401B-16308D8E137D}"/>
              </a:ext>
            </a:extLst>
          </p:cNvPr>
          <p:cNvSpPr/>
          <p:nvPr/>
        </p:nvSpPr>
        <p:spPr>
          <a:xfrm>
            <a:off x="2692420" y="1336073"/>
            <a:ext cx="6807160" cy="4185854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LOW RISK DOMAIN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b="1" u="sng" dirty="0">
                <a:solidFill>
                  <a:schemeClr val="tx1"/>
                </a:solidFill>
              </a:rPr>
              <a:t>Creative / Entertainment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Hallucination: </a:t>
            </a:r>
            <a:r>
              <a:rPr lang="en-US" dirty="0">
                <a:solidFill>
                  <a:schemeClr val="tx1"/>
                </a:solidFill>
              </a:rPr>
              <a:t>Invented plot details, wrong attributions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Impact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Minor inconvenience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Potential embarrassment 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Example: </a:t>
            </a:r>
            <a:r>
              <a:rPr lang="en-US" dirty="0">
                <a:solidFill>
                  <a:schemeClr val="tx1"/>
                </a:solidFill>
              </a:rPr>
              <a:t>AI incorrectly attributes a quote to an author</a:t>
            </a:r>
          </a:p>
        </p:txBody>
      </p:sp>
    </p:spTree>
    <p:extLst>
      <p:ext uri="{BB962C8B-B14F-4D97-AF65-F5344CB8AC3E}">
        <p14:creationId xmlns:p14="http://schemas.microsoft.com/office/powerpoint/2010/main" val="2493595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C180AB6D-06C3-4509-3CB8-DBB92C2B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04AB2-1D46-54F8-B177-85E47DEE59D3}"/>
              </a:ext>
            </a:extLst>
          </p:cNvPr>
          <p:cNvSpPr txBox="1"/>
          <p:nvPr/>
        </p:nvSpPr>
        <p:spPr>
          <a:xfrm>
            <a:off x="3048000" y="20859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Impact on Downstream Decisions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AAFE36-6EBF-7413-D777-559F6DA5B351}"/>
              </a:ext>
            </a:extLst>
          </p:cNvPr>
          <p:cNvSpPr/>
          <p:nvPr/>
        </p:nvSpPr>
        <p:spPr>
          <a:xfrm>
            <a:off x="4826717" y="1178654"/>
            <a:ext cx="2381250" cy="595966"/>
          </a:xfrm>
          <a:prstGeom prst="roundRect">
            <a:avLst>
              <a:gd name="adj" fmla="val 1041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AI Output </a:t>
            </a:r>
          </a:p>
          <a:p>
            <a:pPr algn="ctr"/>
            <a:r>
              <a:rPr lang="en-IN" sz="1400" i="1" dirty="0">
                <a:solidFill>
                  <a:schemeClr val="tx1"/>
                </a:solidFill>
              </a:rPr>
              <a:t>(with hallucination)</a:t>
            </a:r>
            <a:endParaRPr lang="en-GB" sz="1400" i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007A3E-A599-4683-111C-915411E6A3B2}"/>
              </a:ext>
            </a:extLst>
          </p:cNvPr>
          <p:cNvSpPr/>
          <p:nvPr/>
        </p:nvSpPr>
        <p:spPr>
          <a:xfrm>
            <a:off x="4826717" y="1990202"/>
            <a:ext cx="2381250" cy="595966"/>
          </a:xfrm>
          <a:prstGeom prst="roundRect">
            <a:avLst>
              <a:gd name="adj" fmla="val 10417"/>
            </a:avLst>
          </a:prstGeom>
          <a:solidFill>
            <a:srgbClr val="F1E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Human Decision</a:t>
            </a:r>
          </a:p>
          <a:p>
            <a:pPr algn="ctr"/>
            <a:r>
              <a:rPr lang="en-IN" sz="1400" i="1" dirty="0">
                <a:solidFill>
                  <a:schemeClr val="tx1"/>
                </a:solidFill>
              </a:rPr>
              <a:t>(based on AI)</a:t>
            </a:r>
            <a:endParaRPr lang="en-GB" sz="1400" i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7DFD2F-FAB8-95BD-BFEA-5670F1CF591B}"/>
              </a:ext>
            </a:extLst>
          </p:cNvPr>
          <p:cNvSpPr/>
          <p:nvPr/>
        </p:nvSpPr>
        <p:spPr>
          <a:xfrm>
            <a:off x="4826717" y="2833034"/>
            <a:ext cx="2381250" cy="595966"/>
          </a:xfrm>
          <a:prstGeom prst="roundRect">
            <a:avLst>
              <a:gd name="adj" fmla="val 10417"/>
            </a:avLst>
          </a:prstGeom>
          <a:solidFill>
            <a:srgbClr val="F1E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Action Taken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AC1265-F9C4-9A50-317E-CF2C887E57A3}"/>
              </a:ext>
            </a:extLst>
          </p:cNvPr>
          <p:cNvSpPr/>
          <p:nvPr/>
        </p:nvSpPr>
        <p:spPr>
          <a:xfrm>
            <a:off x="4826717" y="3694916"/>
            <a:ext cx="2381250" cy="595966"/>
          </a:xfrm>
          <a:prstGeom prst="roundRect">
            <a:avLst>
              <a:gd name="adj" fmla="val 104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Secondary Decisions</a:t>
            </a:r>
          </a:p>
          <a:p>
            <a:pPr algn="ctr"/>
            <a:r>
              <a:rPr lang="en-IN" sz="1400" i="1" dirty="0">
                <a:solidFill>
                  <a:schemeClr val="tx1"/>
                </a:solidFill>
              </a:rPr>
              <a:t>(by others)</a:t>
            </a:r>
            <a:endParaRPr lang="en-GB" sz="1400" i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BC10A5-7892-CFC8-5830-513F70DEBCC8}"/>
              </a:ext>
            </a:extLst>
          </p:cNvPr>
          <p:cNvSpPr/>
          <p:nvPr/>
        </p:nvSpPr>
        <p:spPr>
          <a:xfrm>
            <a:off x="4826717" y="4575848"/>
            <a:ext cx="2381250" cy="595966"/>
          </a:xfrm>
          <a:prstGeom prst="roundRect">
            <a:avLst>
              <a:gd name="adj" fmla="val 10417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Tertiary Effects…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32EE4E-D04D-73D2-1697-A8F03C716C78}"/>
              </a:ext>
            </a:extLst>
          </p:cNvPr>
          <p:cNvSpPr/>
          <p:nvPr/>
        </p:nvSpPr>
        <p:spPr>
          <a:xfrm>
            <a:off x="4671525" y="5456780"/>
            <a:ext cx="2691633" cy="760357"/>
          </a:xfrm>
          <a:prstGeom prst="roundRect">
            <a:avLst>
              <a:gd name="adj" fmla="val 104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COMPOUNDING NEGATIVE IMPACT</a:t>
            </a:r>
            <a:endParaRPr lang="en-GB" sz="16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B6AB1-0A8F-9674-1176-5869E665C45C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6017342" y="1774620"/>
            <a:ext cx="0" cy="215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881B3B-AA43-F0A3-C149-FE260B62078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17342" y="5171814"/>
            <a:ext cx="0" cy="284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A52C57-CDA6-D359-F71D-31415A73056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017342" y="4290882"/>
            <a:ext cx="0" cy="284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C6CD6B-BCE9-DD03-0645-1A00120DDAF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017342" y="3429000"/>
            <a:ext cx="0" cy="265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E48FC9-5144-082F-4401-CDA42186C7E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17342" y="2586168"/>
            <a:ext cx="0" cy="2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55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DAD40240-3D09-4EF1-1605-A3FFA0B3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BF15FF-4E98-5AB3-2801-B3584DFD8AC7}"/>
              </a:ext>
            </a:extLst>
          </p:cNvPr>
          <p:cNvSpPr txBox="1"/>
          <p:nvPr/>
        </p:nvSpPr>
        <p:spPr>
          <a:xfrm>
            <a:off x="3048000" y="20859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Impact on Downstream Decisions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A64F8F0C-D329-96D8-7FA5-85DD3180B6E4}"/>
                  </a:ext>
                </a:extLst>
              </p:cNvPr>
              <p:cNvSpPr/>
              <p:nvPr/>
            </p:nvSpPr>
            <p:spPr>
              <a:xfrm>
                <a:off x="1282802" y="1715564"/>
                <a:ext cx="2381250" cy="1210585"/>
              </a:xfrm>
              <a:prstGeom prst="roundRect">
                <a:avLst>
                  <a:gd name="adj" fmla="val 1041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</a:rPr>
                  <a:t>AI analyses market data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</a:rPr>
                  <a:t> Hallucinates a trend</a:t>
                </a: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A64F8F0C-D329-96D8-7FA5-85DD3180B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802" y="1715564"/>
                <a:ext cx="2381250" cy="1210585"/>
              </a:xfrm>
              <a:prstGeom prst="roundRect">
                <a:avLst>
                  <a:gd name="adj" fmla="val 10417"/>
                </a:avLst>
              </a:prstGeom>
              <a:blipFill>
                <a:blip r:embed="rId3"/>
                <a:stretch>
                  <a:fillRect r="-20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EC126474-65B8-BB94-BE97-090AD58A104F}"/>
                  </a:ext>
                </a:extLst>
              </p:cNvPr>
              <p:cNvSpPr/>
              <p:nvPr/>
            </p:nvSpPr>
            <p:spPr>
              <a:xfrm>
                <a:off x="4534206" y="1715565"/>
                <a:ext cx="2634123" cy="1210585"/>
              </a:xfrm>
              <a:prstGeom prst="roundRect">
                <a:avLst>
                  <a:gd name="adj" fmla="val 10417"/>
                </a:avLst>
              </a:prstGeom>
              <a:solidFill>
                <a:srgbClr val="F1EF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</a:rPr>
                  <a:t>Analyst includes in report </a:t>
                </a:r>
                <a14:m>
                  <m:oMath xmlns:m="http://schemas.openxmlformats.org/officeDocument/2006/math"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</a:rPr>
                  <a:t> </a:t>
                </a:r>
                <a:r>
                  <a:rPr lang="en-IN" sz="1600" i="1" dirty="0">
                    <a:solidFill>
                      <a:schemeClr val="tx1"/>
                    </a:solidFill>
                  </a:rPr>
                  <a:t>“Emerging Opportunity”</a:t>
                </a:r>
                <a:endParaRPr lang="en-GB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EC126474-65B8-BB94-BE97-090AD58A1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206" y="1715565"/>
                <a:ext cx="2634123" cy="1210585"/>
              </a:xfrm>
              <a:prstGeom prst="roundRect">
                <a:avLst>
                  <a:gd name="adj" fmla="val 10417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D0B1A4B-99C5-E9C0-6D58-285AC3B14B73}"/>
                  </a:ext>
                </a:extLst>
              </p:cNvPr>
              <p:cNvSpPr/>
              <p:nvPr/>
            </p:nvSpPr>
            <p:spPr>
              <a:xfrm>
                <a:off x="4534207" y="4350615"/>
                <a:ext cx="2381250" cy="1210585"/>
              </a:xfrm>
              <a:prstGeom prst="roundRect">
                <a:avLst>
                  <a:gd name="adj" fmla="val 10417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bg1"/>
                    </a:solidFill>
                  </a:rPr>
                  <a:t>Months later:</a:t>
                </a:r>
              </a:p>
              <a:p>
                <a:endParaRPr lang="en-IN" sz="500" dirty="0">
                  <a:solidFill>
                    <a:schemeClr val="bg1"/>
                  </a:solidFill>
                </a:endParaRPr>
              </a:p>
              <a:p>
                <a:r>
                  <a:rPr lang="en-IN" sz="1600" dirty="0">
                    <a:solidFill>
                      <a:schemeClr val="bg1"/>
                    </a:solidFill>
                  </a:rPr>
                  <a:t>Trend doesn’t exist</a:t>
                </a:r>
              </a:p>
              <a:p>
                <a14:m>
                  <m:oMath xmlns:m="http://schemas.openxmlformats.org/officeDocument/2006/math">
                    <m:r>
                      <a:rPr lang="en-IN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 dirty="0">
                    <a:solidFill>
                      <a:schemeClr val="bg1"/>
                    </a:solidFill>
                  </a:rPr>
                  <a:t> Project fails</a:t>
                </a:r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D0B1A4B-99C5-E9C0-6D58-285AC3B14B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207" y="4350615"/>
                <a:ext cx="2381250" cy="1210585"/>
              </a:xfrm>
              <a:prstGeom prst="roundRect">
                <a:avLst>
                  <a:gd name="adj" fmla="val 10417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3AC93D-9586-C561-722F-84BD3F23DA01}"/>
              </a:ext>
            </a:extLst>
          </p:cNvPr>
          <p:cNvSpPr/>
          <p:nvPr/>
        </p:nvSpPr>
        <p:spPr>
          <a:xfrm>
            <a:off x="1282802" y="4350614"/>
            <a:ext cx="2381250" cy="1210585"/>
          </a:xfrm>
          <a:prstGeom prst="roundRect">
            <a:avLst>
              <a:gd name="adj" fmla="val 104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Team hired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Resources allocated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16719C-3D6A-B4E4-538A-08695242A233}"/>
              </a:ext>
            </a:extLst>
          </p:cNvPr>
          <p:cNvSpPr/>
          <p:nvPr/>
        </p:nvSpPr>
        <p:spPr>
          <a:xfrm>
            <a:off x="7916654" y="4350614"/>
            <a:ext cx="3013433" cy="1210584"/>
          </a:xfrm>
          <a:prstGeom prst="roundRect">
            <a:avLst>
              <a:gd name="adj" fmla="val 10417"/>
            </a:avLst>
          </a:prstGeom>
          <a:solidFill>
            <a:srgbClr val="F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Layoffs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Financial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Trust in AI tools damaged</a:t>
            </a:r>
            <a:endParaRPr lang="en-GB" sz="1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002C308-C4FF-5918-BA47-59C9B66592E8}"/>
                  </a:ext>
                </a:extLst>
              </p:cNvPr>
              <p:cNvSpPr/>
              <p:nvPr/>
            </p:nvSpPr>
            <p:spPr>
              <a:xfrm>
                <a:off x="8038483" y="1715564"/>
                <a:ext cx="2877779" cy="1210585"/>
              </a:xfrm>
              <a:prstGeom prst="roundRect">
                <a:avLst>
                  <a:gd name="adj" fmla="val 10417"/>
                </a:avLst>
              </a:prstGeom>
              <a:solidFill>
                <a:srgbClr val="F1EF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</a:rPr>
                  <a:t>Executive makes decision </a:t>
                </a:r>
                <a14:m>
                  <m:oMath xmlns:m="http://schemas.openxmlformats.org/officeDocument/2006/math">
                    <m:r>
                      <a:rPr lang="en-I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</a:rPr>
                  <a:t> Approves $2M investment</a:t>
                </a:r>
                <a:endParaRPr lang="en-GB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002C308-C4FF-5918-BA47-59C9B66592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483" y="1715564"/>
                <a:ext cx="2877779" cy="1210585"/>
              </a:xfrm>
              <a:prstGeom prst="roundRect">
                <a:avLst>
                  <a:gd name="adj" fmla="val 10417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0E530D-9239-B6CA-71FD-778B0FD3535B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3664052" y="2320857"/>
            <a:ext cx="87015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630046-A3A4-897A-A33E-0B395A01E4A5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7168329" y="2320857"/>
            <a:ext cx="87015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F83CBD1-15DD-91D6-65D5-11D61EEFBBEF}"/>
              </a:ext>
            </a:extLst>
          </p:cNvPr>
          <p:cNvCxnSpPr>
            <a:cxnSpLocks/>
          </p:cNvCxnSpPr>
          <p:nvPr/>
        </p:nvCxnSpPr>
        <p:spPr>
          <a:xfrm>
            <a:off x="2473427" y="3578167"/>
            <a:ext cx="700394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E089E35-1139-13D1-354D-191225CBE4EF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473427" y="3574940"/>
            <a:ext cx="0" cy="7756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12746D2-1D72-CCE3-DDB1-19445578355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477373" y="2926149"/>
            <a:ext cx="0" cy="64879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A8FC432-3B56-F36A-0591-F9827369403E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3664052" y="4955907"/>
            <a:ext cx="8701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7E31B76-8DC1-0B9C-9349-07C8A2AF82D9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6915457" y="4955906"/>
            <a:ext cx="1001197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C3DA674-CD63-29E0-0A87-9F8AB75CAEFF}"/>
              </a:ext>
            </a:extLst>
          </p:cNvPr>
          <p:cNvSpPr txBox="1"/>
          <p:nvPr/>
        </p:nvSpPr>
        <p:spPr>
          <a:xfrm>
            <a:off x="945391" y="5981823"/>
            <a:ext cx="1030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initial hallucination propagated through the decision chain and amplified in impact at each stage</a:t>
            </a:r>
            <a:endParaRPr lang="en-GB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BE824B-88A1-4D35-D3AF-84D07485142B}"/>
              </a:ext>
            </a:extLst>
          </p:cNvPr>
          <p:cNvSpPr txBox="1"/>
          <p:nvPr/>
        </p:nvSpPr>
        <p:spPr>
          <a:xfrm>
            <a:off x="4695341" y="1043060"/>
            <a:ext cx="2545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/>
              <a:t>Real-World Scenario</a:t>
            </a:r>
            <a:endParaRPr lang="en-GB" sz="2000" b="1" u="sng" dirty="0"/>
          </a:p>
        </p:txBody>
      </p:sp>
    </p:spTree>
    <p:extLst>
      <p:ext uri="{BB962C8B-B14F-4D97-AF65-F5344CB8AC3E}">
        <p14:creationId xmlns:p14="http://schemas.microsoft.com/office/powerpoint/2010/main" val="1362262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73B8DE15-9599-7818-E9F7-DF229379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CFA2A8-E4B5-3D42-A797-41C1821D8B3F}"/>
              </a:ext>
            </a:extLst>
          </p:cNvPr>
          <p:cNvSpPr txBox="1"/>
          <p:nvPr/>
        </p:nvSpPr>
        <p:spPr>
          <a:xfrm>
            <a:off x="3047999" y="21862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Risk Assessment Matrix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FFF0F4-C9B1-F03B-3EFA-E960F19D7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25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0099F2-19CB-DF7B-25F2-4D8B86121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478905"/>
              </p:ext>
            </p:extLst>
          </p:nvPr>
        </p:nvGraphicFramePr>
        <p:xfrm>
          <a:off x="1012516" y="1017149"/>
          <a:ext cx="10166965" cy="4823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393">
                  <a:extLst>
                    <a:ext uri="{9D8B030D-6E8A-4147-A177-3AD203B41FA5}">
                      <a16:colId xmlns:a16="http://schemas.microsoft.com/office/drawing/2014/main" val="80524076"/>
                    </a:ext>
                  </a:extLst>
                </a:gridCol>
                <a:gridCol w="2452985">
                  <a:extLst>
                    <a:ext uri="{9D8B030D-6E8A-4147-A177-3AD203B41FA5}">
                      <a16:colId xmlns:a16="http://schemas.microsoft.com/office/drawing/2014/main" val="1170716875"/>
                    </a:ext>
                  </a:extLst>
                </a:gridCol>
                <a:gridCol w="1779639">
                  <a:extLst>
                    <a:ext uri="{9D8B030D-6E8A-4147-A177-3AD203B41FA5}">
                      <a16:colId xmlns:a16="http://schemas.microsoft.com/office/drawing/2014/main" val="568469981"/>
                    </a:ext>
                  </a:extLst>
                </a:gridCol>
                <a:gridCol w="1867555">
                  <a:extLst>
                    <a:ext uri="{9D8B030D-6E8A-4147-A177-3AD203B41FA5}">
                      <a16:colId xmlns:a16="http://schemas.microsoft.com/office/drawing/2014/main" val="2570511939"/>
                    </a:ext>
                  </a:extLst>
                </a:gridCol>
                <a:gridCol w="2033393">
                  <a:extLst>
                    <a:ext uri="{9D8B030D-6E8A-4147-A177-3AD203B41FA5}">
                      <a16:colId xmlns:a16="http://schemas.microsoft.com/office/drawing/2014/main" val="1070371054"/>
                    </a:ext>
                  </a:extLst>
                </a:gridCol>
              </a:tblGrid>
              <a:tr h="8083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Domain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Hallucination Type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Likelihood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Impact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Risk Level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752082"/>
                  </a:ext>
                </a:extLst>
              </a:tr>
              <a:tr h="4797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Healthcare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Medical facts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Severe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Critical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053040"/>
                  </a:ext>
                </a:extLst>
              </a:tr>
              <a:tr h="4797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Legal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Case citations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Severe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Critical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989844"/>
                  </a:ext>
                </a:extLst>
              </a:tr>
              <a:tr h="8083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Finance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Numbers/calculations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Severe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Critical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389351"/>
                  </a:ext>
                </a:extLst>
              </a:tr>
              <a:tr h="8083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Education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Historical/scientific facts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Moderate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683241"/>
                  </a:ext>
                </a:extLst>
              </a:tr>
              <a:tr h="4797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Customer Service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Policy information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Moderate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222013"/>
                  </a:ext>
                </a:extLst>
              </a:tr>
              <a:tr h="4797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Content Creation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Attribution/facts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Low-Moderate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502804"/>
                  </a:ext>
                </a:extLst>
              </a:tr>
              <a:tr h="4797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Entertainment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Creative details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Low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Low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74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195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DE42AF12-4DD7-A649-83C8-FA252327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">
            <a:extLst>
              <a:ext uri="{FF2B5EF4-FFF2-40B4-BE49-F238E27FC236}">
                <a16:creationId xmlns:a16="http://schemas.microsoft.com/office/drawing/2014/main" id="{EE6DFEE1-F908-DC45-C52E-5EA2B7C5E484}"/>
              </a:ext>
            </a:extLst>
          </p:cNvPr>
          <p:cNvSpPr txBox="1"/>
          <p:nvPr/>
        </p:nvSpPr>
        <p:spPr>
          <a:xfrm>
            <a:off x="2413346" y="2277382"/>
            <a:ext cx="699191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buClr>
                <a:schemeClr val="accent1"/>
              </a:buClr>
              <a:buSzPts val="4800"/>
            </a:pPr>
            <a:r>
              <a:rPr lang="en-GB" sz="48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Mitigation Strategies for Hallucination</a:t>
            </a:r>
          </a:p>
        </p:txBody>
      </p:sp>
    </p:spTree>
    <p:extLst>
      <p:ext uri="{BB962C8B-B14F-4D97-AF65-F5344CB8AC3E}">
        <p14:creationId xmlns:p14="http://schemas.microsoft.com/office/powerpoint/2010/main" val="2901443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224E67A8-BCD6-9C4F-2760-EF98F924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C3D6B6-AEB5-E729-0CC6-EBAF5AF72C48}"/>
              </a:ext>
            </a:extLst>
          </p:cNvPr>
          <p:cNvSpPr txBox="1"/>
          <p:nvPr/>
        </p:nvSpPr>
        <p:spPr>
          <a:xfrm>
            <a:off x="3048000" y="1972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Overview of Mitigation Strategies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96FB2-4C46-B528-C267-344050D07DC8}"/>
              </a:ext>
            </a:extLst>
          </p:cNvPr>
          <p:cNvSpPr txBox="1"/>
          <p:nvPr/>
        </p:nvSpPr>
        <p:spPr>
          <a:xfrm>
            <a:off x="5117461" y="1972985"/>
            <a:ext cx="1957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LLM Application</a:t>
            </a:r>
            <a:endParaRPr lang="en-IN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ED390F2-D129-2B34-FF68-1337F068BC49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4201960" y="1117920"/>
            <a:ext cx="638865" cy="314921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BC6008F-8512-20CF-4BE9-764A50B6F74D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5776567" y="2692525"/>
            <a:ext cx="638863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6A3EC35-8157-CAFF-8E9B-442E1494BAF6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7309732" y="1159362"/>
            <a:ext cx="638864" cy="30663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0BDED84-1007-0DAA-C162-A6F301ECA520}"/>
              </a:ext>
            </a:extLst>
          </p:cNvPr>
          <p:cNvSpPr txBox="1"/>
          <p:nvPr/>
        </p:nvSpPr>
        <p:spPr>
          <a:xfrm>
            <a:off x="799045" y="1174113"/>
            <a:ext cx="11323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0" i="0" dirty="0">
                <a:solidFill>
                  <a:srgbClr val="333333"/>
                </a:solidFill>
                <a:effectLst/>
                <a:latin typeface="+mj-lt"/>
              </a:rPr>
              <a:t>Hallucination mitigation in LLM is not a one-time approach, but instead a multi-step layered approach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81DDB1-C917-AE91-579D-82DD870762D4}"/>
              </a:ext>
            </a:extLst>
          </p:cNvPr>
          <p:cNvSpPr/>
          <p:nvPr/>
        </p:nvSpPr>
        <p:spPr>
          <a:xfrm>
            <a:off x="1724964" y="3017285"/>
            <a:ext cx="2381250" cy="1077219"/>
          </a:xfrm>
          <a:prstGeom prst="roundRect">
            <a:avLst>
              <a:gd name="adj" fmla="val 1041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Prompting </a:t>
            </a:r>
          </a:p>
          <a:p>
            <a:pPr algn="ctr"/>
            <a:r>
              <a:rPr lang="en-IN" i="1" dirty="0">
                <a:solidFill>
                  <a:sysClr val="windowText" lastClr="000000"/>
                </a:solidFill>
              </a:rPr>
              <a:t>(before generation)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1EABE0-7682-2D83-0A15-A3D40EB00F4F}"/>
              </a:ext>
            </a:extLst>
          </p:cNvPr>
          <p:cNvSpPr/>
          <p:nvPr/>
        </p:nvSpPr>
        <p:spPr>
          <a:xfrm>
            <a:off x="7981948" y="3055499"/>
            <a:ext cx="2381250" cy="1077219"/>
          </a:xfrm>
          <a:prstGeom prst="roundRect">
            <a:avLst>
              <a:gd name="adj" fmla="val 1041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Verification </a:t>
            </a:r>
          </a:p>
          <a:p>
            <a:pPr algn="ctr"/>
            <a:r>
              <a:rPr lang="en-IN" i="1" dirty="0">
                <a:solidFill>
                  <a:sysClr val="windowText" lastClr="000000"/>
                </a:solidFill>
              </a:rPr>
              <a:t>(after generation)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BCBE29-5DC5-26F3-3AC9-695F15B49F09}"/>
              </a:ext>
            </a:extLst>
          </p:cNvPr>
          <p:cNvSpPr/>
          <p:nvPr/>
        </p:nvSpPr>
        <p:spPr>
          <a:xfrm>
            <a:off x="4836532" y="3055499"/>
            <a:ext cx="2381250" cy="1077219"/>
          </a:xfrm>
          <a:prstGeom prst="roundRect">
            <a:avLst>
              <a:gd name="adj" fmla="val 1041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Reference-Based Answering </a:t>
            </a:r>
          </a:p>
          <a:p>
            <a:pPr algn="ctr"/>
            <a:r>
              <a:rPr lang="en-IN" i="1" dirty="0">
                <a:solidFill>
                  <a:sysClr val="windowText" lastClr="000000"/>
                </a:solidFill>
              </a:rPr>
              <a:t>(during generation)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CBA423-DE69-984D-73F0-0E1CB75A7D41}"/>
              </a:ext>
            </a:extLst>
          </p:cNvPr>
          <p:cNvSpPr/>
          <p:nvPr/>
        </p:nvSpPr>
        <p:spPr>
          <a:xfrm>
            <a:off x="1736276" y="4411780"/>
            <a:ext cx="2421018" cy="159000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System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Few-shot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Instruction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Uncertainty Cues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76AF50-8FA2-B4C8-73A4-C020214F8C53}"/>
              </a:ext>
            </a:extLst>
          </p:cNvPr>
          <p:cNvSpPr/>
          <p:nvPr/>
        </p:nvSpPr>
        <p:spPr>
          <a:xfrm>
            <a:off x="4725862" y="4411780"/>
            <a:ext cx="2595129" cy="159000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Knowledge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Document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Context Grounding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Real-time Data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304FF6-9A69-3FC0-FD76-1C6F81FC4FD7}"/>
              </a:ext>
            </a:extLst>
          </p:cNvPr>
          <p:cNvSpPr/>
          <p:nvPr/>
        </p:nvSpPr>
        <p:spPr>
          <a:xfrm>
            <a:off x="7951820" y="4411780"/>
            <a:ext cx="2421018" cy="159000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Fact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Source Citation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Human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Confidence Scores</a:t>
            </a:r>
          </a:p>
        </p:txBody>
      </p:sp>
    </p:spTree>
    <p:extLst>
      <p:ext uri="{BB962C8B-B14F-4D97-AF65-F5344CB8AC3E}">
        <p14:creationId xmlns:p14="http://schemas.microsoft.com/office/powerpoint/2010/main" val="432545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998EF8BE-5DC6-2F23-9370-1C514941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E2C581-6929-B12B-8D59-B29A9E05C113}"/>
              </a:ext>
            </a:extLst>
          </p:cNvPr>
          <p:cNvSpPr txBox="1"/>
          <p:nvPr/>
        </p:nvSpPr>
        <p:spPr>
          <a:xfrm>
            <a:off x="3048000" y="2243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Strategy 1: Prompting Techniques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6BF467-3CF0-73DD-8D84-44257C8D1E09}"/>
              </a:ext>
            </a:extLst>
          </p:cNvPr>
          <p:cNvSpPr/>
          <p:nvPr/>
        </p:nvSpPr>
        <p:spPr>
          <a:xfrm>
            <a:off x="2533660" y="1496068"/>
            <a:ext cx="7124680" cy="3865864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TECHNIQUE 1: EXPLICIT UNCERTAINTY INSTRUCTIONS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Basic Prompt: </a:t>
            </a:r>
            <a:r>
              <a:rPr lang="en-US" i="1" dirty="0">
                <a:solidFill>
                  <a:schemeClr val="tx1"/>
                </a:solidFill>
              </a:rPr>
              <a:t>“Answer the question about history.”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Improved Prompt: </a:t>
            </a:r>
            <a:r>
              <a:rPr lang="en-US" i="1" dirty="0">
                <a:solidFill>
                  <a:schemeClr val="tx1"/>
                </a:solidFill>
              </a:rPr>
              <a:t>“Answer the user’s question about history. If you are not certain about a fact, explicitly say </a:t>
            </a:r>
            <a:r>
              <a:rPr lang="en-US" b="1" i="1" dirty="0">
                <a:solidFill>
                  <a:schemeClr val="tx1"/>
                </a:solidFill>
              </a:rPr>
              <a:t>“I’m not certain” </a:t>
            </a:r>
            <a:r>
              <a:rPr lang="en-US" i="1" dirty="0">
                <a:solidFill>
                  <a:schemeClr val="tx1"/>
                </a:solidFill>
              </a:rPr>
              <a:t>or </a:t>
            </a:r>
            <a:r>
              <a:rPr lang="en-US" b="1" i="1" dirty="0">
                <a:solidFill>
                  <a:schemeClr val="tx1"/>
                </a:solidFill>
              </a:rPr>
              <a:t>“This may require verification.” </a:t>
            </a:r>
            <a:r>
              <a:rPr lang="en-US" i="1" dirty="0">
                <a:solidFill>
                  <a:schemeClr val="tx1"/>
                </a:solidFill>
              </a:rPr>
              <a:t>Never fabricate dates, names, or events. If you don’t know, say so.”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536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C42AE1D9-6BFA-0184-525E-3774FA63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52C8C2-A057-A45B-B81C-83BBBD89D8D1}"/>
              </a:ext>
            </a:extLst>
          </p:cNvPr>
          <p:cNvSpPr txBox="1"/>
          <p:nvPr/>
        </p:nvSpPr>
        <p:spPr>
          <a:xfrm>
            <a:off x="3048000" y="1989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Strategy 1: Prompting Techniques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1ECC0D-EAB8-29E6-A9D4-742F163401D4}"/>
              </a:ext>
            </a:extLst>
          </p:cNvPr>
          <p:cNvSpPr/>
          <p:nvPr/>
        </p:nvSpPr>
        <p:spPr>
          <a:xfrm>
            <a:off x="2413010" y="1344934"/>
            <a:ext cx="7365980" cy="4458966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TECHNIQUE 2: CHAIN-OF-THOUGHT (</a:t>
            </a:r>
            <a:r>
              <a:rPr lang="en-US" sz="2000" b="1" dirty="0" err="1">
                <a:solidFill>
                  <a:schemeClr val="tx1"/>
                </a:solidFill>
              </a:rPr>
              <a:t>CoT</a:t>
            </a:r>
            <a:r>
              <a:rPr lang="en-US" sz="2000" b="1" dirty="0">
                <a:solidFill>
                  <a:schemeClr val="tx1"/>
                </a:solidFill>
              </a:rPr>
              <a:t>) PROMPTING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 Prompt: </a:t>
            </a:r>
            <a:r>
              <a:rPr lang="en-US" i="1" dirty="0">
                <a:solidFill>
                  <a:schemeClr val="tx1"/>
                </a:solidFill>
              </a:rPr>
              <a:t>“Break the problem into clear steps. State assumptions and verify each step before giving the final answer.”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 Response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Step 1: Identify what the question is asking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Step 2: Apply the relevant rule or formula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Step 3: Check if the result is reasonable</a:t>
            </a:r>
          </a:p>
          <a:p>
            <a:pPr marL="800100" lvl="1" indent="-342900">
              <a:lnSpc>
                <a:spcPct val="50000"/>
              </a:lnSpc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Final Answer: …</a:t>
            </a:r>
          </a:p>
        </p:txBody>
      </p:sp>
    </p:spTree>
    <p:extLst>
      <p:ext uri="{BB962C8B-B14F-4D97-AF65-F5344CB8AC3E}">
        <p14:creationId xmlns:p14="http://schemas.microsoft.com/office/powerpoint/2010/main" val="1661445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994F3A3D-5734-91C9-5E81-78B41FA1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DA1F2-2321-FD83-03EB-09F97CBA6A73}"/>
              </a:ext>
            </a:extLst>
          </p:cNvPr>
          <p:cNvSpPr txBox="1"/>
          <p:nvPr/>
        </p:nvSpPr>
        <p:spPr>
          <a:xfrm>
            <a:off x="3048000" y="1989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Strategy 1: Prompting Techniques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2E6091-C6E3-525D-C660-A8A84D58F24B}"/>
              </a:ext>
            </a:extLst>
          </p:cNvPr>
          <p:cNvSpPr/>
          <p:nvPr/>
        </p:nvSpPr>
        <p:spPr>
          <a:xfrm>
            <a:off x="2413010" y="1497967"/>
            <a:ext cx="7365980" cy="3862066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TECHNIQUE 3: SYSTEM INSTRUCTIONS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dirty="0">
                <a:solidFill>
                  <a:schemeClr val="tx1"/>
                </a:solidFill>
              </a:rPr>
              <a:t>Define role and boundaries clearly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Example: </a:t>
            </a:r>
            <a:r>
              <a:rPr lang="en-US" i="1" dirty="0">
                <a:solidFill>
                  <a:schemeClr val="tx1"/>
                </a:solidFill>
              </a:rPr>
              <a:t>“You are a customer support assistant. Answer only using the provided product information. If unsure, say that the information is not available.”</a:t>
            </a:r>
          </a:p>
        </p:txBody>
      </p:sp>
    </p:spTree>
    <p:extLst>
      <p:ext uri="{BB962C8B-B14F-4D97-AF65-F5344CB8AC3E}">
        <p14:creationId xmlns:p14="http://schemas.microsoft.com/office/powerpoint/2010/main" val="234852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7AD48CB6-E9F3-4CFE-9747-89D939D1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E97ADBEC-231F-07C0-E706-3BC2AA28A6B6}"/>
              </a:ext>
            </a:extLst>
          </p:cNvPr>
          <p:cNvSpPr txBox="1"/>
          <p:nvPr/>
        </p:nvSpPr>
        <p:spPr>
          <a:xfrm>
            <a:off x="1408911" y="1159107"/>
            <a:ext cx="9247157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IN" b="1" u="sng" dirty="0"/>
              <a:t>WITHOUT REFERENCES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dirty="0"/>
          </a:p>
          <a:p>
            <a:pPr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/>
              <a:t>Risk:</a:t>
            </a:r>
            <a:r>
              <a:rPr lang="en-US" dirty="0"/>
              <a:t> </a:t>
            </a:r>
            <a:r>
              <a:rPr lang="en-IN" dirty="0"/>
              <a:t>Model may guess when information is missing and higher chances of fabricated or outdated answers</a:t>
            </a:r>
          </a:p>
          <a:p>
            <a:endParaRPr lang="en-IN" b="1" dirty="0"/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IN" b="1" u="sng" dirty="0"/>
              <a:t>WITH PROVIDED REFERENCES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IN" b="1" dirty="0"/>
          </a:p>
          <a:p>
            <a:pPr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/>
              <a:t>What changes: </a:t>
            </a:r>
            <a:r>
              <a:rPr lang="en-IN" dirty="0"/>
              <a:t>Model uses supplied documents or data and answers stay within known, verified material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FF087-F07C-9B34-98D7-834EE1F0CEC4}"/>
              </a:ext>
            </a:extLst>
          </p:cNvPr>
          <p:cNvSpPr txBox="1"/>
          <p:nvPr/>
        </p:nvSpPr>
        <p:spPr>
          <a:xfrm>
            <a:off x="2522893" y="173236"/>
            <a:ext cx="7336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Strategy 2: Reference-Based Answering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65FDB7-9081-82EB-EDFC-680E1B789163}"/>
              </a:ext>
            </a:extLst>
          </p:cNvPr>
          <p:cNvSpPr/>
          <p:nvPr/>
        </p:nvSpPr>
        <p:spPr>
          <a:xfrm>
            <a:off x="5076212" y="1749425"/>
            <a:ext cx="2229583" cy="622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LLM</a:t>
            </a:r>
          </a:p>
          <a:p>
            <a:pPr algn="ctr"/>
            <a:r>
              <a:rPr lang="en-IN" sz="1600" i="1" dirty="0">
                <a:solidFill>
                  <a:schemeClr val="tx1"/>
                </a:solidFill>
              </a:rPr>
              <a:t>(relies only on training)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3ABCF5-3380-941F-891B-D31A1928D1EA}"/>
              </a:ext>
            </a:extLst>
          </p:cNvPr>
          <p:cNvSpPr/>
          <p:nvPr/>
        </p:nvSpPr>
        <p:spPr>
          <a:xfrm>
            <a:off x="8418494" y="1749425"/>
            <a:ext cx="1284442" cy="622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Response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0623B1-E97A-A9FB-C43D-C53F0FA8D1B1}"/>
              </a:ext>
            </a:extLst>
          </p:cNvPr>
          <p:cNvSpPr/>
          <p:nvPr/>
        </p:nvSpPr>
        <p:spPr>
          <a:xfrm>
            <a:off x="2470256" y="1762125"/>
            <a:ext cx="1489080" cy="622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User Query</a:t>
            </a:r>
            <a:endParaRPr lang="en-IN" sz="1600" i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EDC890-2438-599C-A693-B945F36E736A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3959336" y="2060575"/>
            <a:ext cx="1116876" cy="1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7F387-3DD3-8532-4DBA-DC714E759F9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305795" y="2060575"/>
            <a:ext cx="11126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F442CC-19E1-A288-8015-BEB2A57C576D}"/>
              </a:ext>
            </a:extLst>
          </p:cNvPr>
          <p:cNvSpPr/>
          <p:nvPr/>
        </p:nvSpPr>
        <p:spPr>
          <a:xfrm>
            <a:off x="7187392" y="4354645"/>
            <a:ext cx="1147104" cy="6223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LLM</a:t>
            </a:r>
            <a:endParaRPr lang="en-IN" sz="1600" i="1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6AC50E-31C9-F22B-41BA-BF46116C37B7}"/>
              </a:ext>
            </a:extLst>
          </p:cNvPr>
          <p:cNvSpPr/>
          <p:nvPr/>
        </p:nvSpPr>
        <p:spPr>
          <a:xfrm>
            <a:off x="9066195" y="4354645"/>
            <a:ext cx="1284442" cy="6223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Response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DA628A-67AD-C9AC-1BDA-D1DC70C1C7A6}"/>
              </a:ext>
            </a:extLst>
          </p:cNvPr>
          <p:cNvSpPr/>
          <p:nvPr/>
        </p:nvSpPr>
        <p:spPr>
          <a:xfrm>
            <a:off x="4250707" y="4354645"/>
            <a:ext cx="2229583" cy="6223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Relevant Information Provided</a:t>
            </a:r>
            <a:endParaRPr lang="en-IN" sz="1600" i="1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153449-0A8C-AA32-17EF-9B2ED127707E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6480290" y="4665795"/>
            <a:ext cx="707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7CCE22-71A7-4568-1EB8-172C6081B99F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8334496" y="4665795"/>
            <a:ext cx="7316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C914CC-705F-3115-1438-E8725162273E}"/>
              </a:ext>
            </a:extLst>
          </p:cNvPr>
          <p:cNvSpPr/>
          <p:nvPr/>
        </p:nvSpPr>
        <p:spPr>
          <a:xfrm>
            <a:off x="1815964" y="4354645"/>
            <a:ext cx="1594092" cy="6223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User Query</a:t>
            </a:r>
            <a:endParaRPr lang="en-IN" sz="1600" i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2690A79-A348-0B62-27B4-F162CE19C064}"/>
              </a:ext>
            </a:extLst>
          </p:cNvPr>
          <p:cNvCxnSpPr>
            <a:cxnSpLocks/>
            <a:stCxn id="26" idx="3"/>
            <a:endCxn id="18" idx="1"/>
          </p:cNvCxnSpPr>
          <p:nvPr/>
        </p:nvCxnSpPr>
        <p:spPr>
          <a:xfrm>
            <a:off x="3410056" y="4665795"/>
            <a:ext cx="840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51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0E8C20BE-C3ED-C4A4-C81E-F8FE7165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73638-A28A-4ADB-DFA0-2663283A7E0B}"/>
              </a:ext>
            </a:extLst>
          </p:cNvPr>
          <p:cNvSpPr txBox="1"/>
          <p:nvPr/>
        </p:nvSpPr>
        <p:spPr>
          <a:xfrm>
            <a:off x="2427890" y="275160"/>
            <a:ext cx="7336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Strategy 2: Reference-Based Answering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AA313C-8247-73AA-946E-14E45A8363A4}"/>
              </a:ext>
            </a:extLst>
          </p:cNvPr>
          <p:cNvSpPr/>
          <p:nvPr/>
        </p:nvSpPr>
        <p:spPr>
          <a:xfrm>
            <a:off x="1765305" y="1104266"/>
            <a:ext cx="8661390" cy="5360034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IN" b="1" dirty="0">
                <a:solidFill>
                  <a:schemeClr val="tx1"/>
                </a:solidFill>
              </a:rPr>
              <a:t>HOW REFERENCE-BASED ANSWERING WORKS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IN" sz="100" b="1" dirty="0">
              <a:solidFill>
                <a:schemeClr val="tx1"/>
              </a:solidFill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i="1" dirty="0">
                <a:solidFill>
                  <a:schemeClr val="tx1"/>
                </a:solidFill>
              </a:rPr>
              <a:t>Prompt = Question + Relevant Information + Instructions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Types of references that can be provided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Policy documents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Product manuals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Internal reports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Approved knowledge sources</a:t>
            </a:r>
          </a:p>
          <a:p>
            <a:pPr marL="800100" lvl="1" indent="-342900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buFont typeface="Wingdings" panose="05000000000000000000" pitchFamily="2" charset="2"/>
              <a:buChar char="l"/>
              <a:defRPr/>
            </a:pPr>
            <a:r>
              <a:rPr lang="en-US" dirty="0">
                <a:solidFill>
                  <a:schemeClr val="tx1"/>
                </a:solidFill>
              </a:rPr>
              <a:t>Recent or task-specific data</a:t>
            </a:r>
          </a:p>
          <a:p>
            <a:pPr lvl="1" algn="ctr">
              <a:spcBef>
                <a:spcPts val="1200"/>
              </a:spcBef>
              <a:spcAft>
                <a:spcPts val="1000"/>
              </a:spcAft>
              <a:buClr>
                <a:srgbClr val="EE2C3C"/>
              </a:buClr>
              <a:defRPr/>
            </a:pPr>
            <a:r>
              <a:rPr lang="en-US" i="1" dirty="0">
                <a:solidFill>
                  <a:schemeClr val="tx1"/>
                </a:solidFill>
              </a:rPr>
              <a:t>(References can be added manually or through automated systems)</a:t>
            </a:r>
          </a:p>
        </p:txBody>
      </p:sp>
    </p:spTree>
    <p:extLst>
      <p:ext uri="{BB962C8B-B14F-4D97-AF65-F5344CB8AC3E}">
        <p14:creationId xmlns:p14="http://schemas.microsoft.com/office/powerpoint/2010/main" val="38883171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E846C8F6-4B64-C589-2E68-C7CE6C48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3CFB5-1357-B0A0-7060-D175DAC3582F}"/>
              </a:ext>
            </a:extLst>
          </p:cNvPr>
          <p:cNvSpPr txBox="1"/>
          <p:nvPr/>
        </p:nvSpPr>
        <p:spPr>
          <a:xfrm>
            <a:off x="2442770" y="237060"/>
            <a:ext cx="7336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Strategy 3: Verification And Fact Checking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B33BA4-A195-86C2-67F4-E26AC86D0336}"/>
              </a:ext>
            </a:extLst>
          </p:cNvPr>
          <p:cNvSpPr/>
          <p:nvPr/>
        </p:nvSpPr>
        <p:spPr>
          <a:xfrm>
            <a:off x="2413010" y="1688467"/>
            <a:ext cx="7365980" cy="3481066"/>
          </a:xfrm>
          <a:prstGeom prst="roundRect">
            <a:avLst>
              <a:gd name="adj" fmla="val 5075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r>
              <a:rPr lang="en-US" sz="2000" b="1" dirty="0">
                <a:solidFill>
                  <a:schemeClr val="tx1"/>
                </a:solidFill>
              </a:rPr>
              <a:t>COMMON PRACTICES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defRPr/>
            </a:pPr>
            <a:endParaRPr lang="en-US" sz="100" b="1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Fact Checking: </a:t>
            </a:r>
            <a:r>
              <a:rPr lang="en-US" dirty="0">
                <a:solidFill>
                  <a:schemeClr val="tx1"/>
                </a:solidFill>
              </a:rPr>
              <a:t>cross-verify key claims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Source Citations: </a:t>
            </a:r>
            <a:r>
              <a:rPr lang="en-US" dirty="0">
                <a:solidFill>
                  <a:schemeClr val="tx1"/>
                </a:solidFill>
              </a:rPr>
              <a:t>require supporting references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Human Review: </a:t>
            </a:r>
            <a:r>
              <a:rPr lang="en-US" dirty="0">
                <a:solidFill>
                  <a:schemeClr val="tx1"/>
                </a:solidFill>
              </a:rPr>
              <a:t>expert validation for critical domains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Clr>
                <a:srgbClr val="EE2C3C"/>
              </a:buClr>
              <a:buFont typeface="Wingdings" panose="05000000000000000000" pitchFamily="2" charset="2"/>
              <a:buChar char=""/>
              <a:defRPr/>
            </a:pPr>
            <a:r>
              <a:rPr lang="en-US" b="1" dirty="0">
                <a:solidFill>
                  <a:schemeClr val="tx1"/>
                </a:solidFill>
              </a:rPr>
              <a:t>Confidence Indicators: </a:t>
            </a:r>
            <a:r>
              <a:rPr lang="en-US" dirty="0">
                <a:solidFill>
                  <a:schemeClr val="tx1"/>
                </a:solidFill>
              </a:rPr>
              <a:t>flag uncertain answers</a:t>
            </a:r>
          </a:p>
        </p:txBody>
      </p:sp>
    </p:spTree>
    <p:extLst>
      <p:ext uri="{BB962C8B-B14F-4D97-AF65-F5344CB8AC3E}">
        <p14:creationId xmlns:p14="http://schemas.microsoft.com/office/powerpoint/2010/main" val="206233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>
          <a:extLst>
            <a:ext uri="{FF2B5EF4-FFF2-40B4-BE49-F238E27FC236}">
              <a16:creationId xmlns:a16="http://schemas.microsoft.com/office/drawing/2014/main" id="{1E5EB14B-C701-9C7E-2BC4-91D41D4C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53D68-DB68-971D-C83F-D9AC70C2EC48}"/>
              </a:ext>
            </a:extLst>
          </p:cNvPr>
          <p:cNvSpPr txBox="1"/>
          <p:nvPr/>
        </p:nvSpPr>
        <p:spPr>
          <a:xfrm>
            <a:off x="2194696" y="255203"/>
            <a:ext cx="7802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2400" i="0" dirty="0">
                <a:solidFill>
                  <a:srgbClr val="333333"/>
                </a:solidFill>
                <a:effectLst/>
                <a:latin typeface="+mj-lt"/>
              </a:rPr>
              <a:t>Layered Mitigation Approach in Production Pipelines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2BE68A-BBF5-FD32-D915-28006833202C}"/>
              </a:ext>
            </a:extLst>
          </p:cNvPr>
          <p:cNvSpPr/>
          <p:nvPr/>
        </p:nvSpPr>
        <p:spPr>
          <a:xfrm>
            <a:off x="499806" y="2521155"/>
            <a:ext cx="2023244" cy="7747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LAYER 1 </a:t>
            </a:r>
            <a:r>
              <a:rPr lang="en-IN" sz="1600" dirty="0">
                <a:solidFill>
                  <a:schemeClr val="tx1"/>
                </a:solidFill>
              </a:rPr>
              <a:t>Prevention</a:t>
            </a:r>
          </a:p>
          <a:p>
            <a:pPr algn="ctr"/>
            <a:r>
              <a:rPr lang="en-IN" sz="1600" i="1" dirty="0">
                <a:solidFill>
                  <a:schemeClr val="tx1"/>
                </a:solidFill>
              </a:rPr>
              <a:t>(before generation)</a:t>
            </a:r>
            <a:endParaRPr lang="en-GB" sz="1600" i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3F0801-97AD-A203-FD5F-16F5C9251548}"/>
              </a:ext>
            </a:extLst>
          </p:cNvPr>
          <p:cNvSpPr/>
          <p:nvPr/>
        </p:nvSpPr>
        <p:spPr>
          <a:xfrm>
            <a:off x="2972771" y="2521155"/>
            <a:ext cx="2023244" cy="7747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LAYER 2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IN" sz="1600" i="1" dirty="0">
                <a:solidFill>
                  <a:schemeClr val="tx1"/>
                </a:solidFill>
              </a:rPr>
              <a:t>(during generation)</a:t>
            </a:r>
            <a:endParaRPr lang="en-GB" sz="1600" i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E37617-6359-C34C-E5CB-36824F2DE603}"/>
              </a:ext>
            </a:extLst>
          </p:cNvPr>
          <p:cNvSpPr/>
          <p:nvPr/>
        </p:nvSpPr>
        <p:spPr>
          <a:xfrm>
            <a:off x="5479176" y="2521155"/>
            <a:ext cx="2023244" cy="7747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LAYER 3 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Detection</a:t>
            </a:r>
          </a:p>
          <a:p>
            <a:pPr algn="ctr"/>
            <a:r>
              <a:rPr lang="en-IN" sz="1600" i="1" dirty="0">
                <a:solidFill>
                  <a:schemeClr val="tx1"/>
                </a:solidFill>
              </a:rPr>
              <a:t>(after generation)</a:t>
            </a:r>
            <a:endParaRPr lang="en-GB" sz="1600" i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8CD312-E915-7DA5-D9BD-7E52E97BD59C}"/>
              </a:ext>
            </a:extLst>
          </p:cNvPr>
          <p:cNvSpPr/>
          <p:nvPr/>
        </p:nvSpPr>
        <p:spPr>
          <a:xfrm>
            <a:off x="8152374" y="2521155"/>
            <a:ext cx="2023244" cy="7747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LAYER 4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Human Oversight</a:t>
            </a:r>
          </a:p>
          <a:p>
            <a:pPr algn="ctr"/>
            <a:r>
              <a:rPr lang="en-IN" sz="1600" i="1" dirty="0">
                <a:solidFill>
                  <a:schemeClr val="tx1"/>
                </a:solidFill>
              </a:rPr>
              <a:t>(final check)</a:t>
            </a:r>
            <a:endParaRPr lang="en-GB" sz="1600" i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47AD82-8596-1703-9705-F301362FFFBC}"/>
              </a:ext>
            </a:extLst>
          </p:cNvPr>
          <p:cNvSpPr/>
          <p:nvPr/>
        </p:nvSpPr>
        <p:spPr>
          <a:xfrm>
            <a:off x="10520748" y="2521155"/>
            <a:ext cx="1273276" cy="7747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VERIFIED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OUTPUT</a:t>
            </a:r>
            <a:endParaRPr lang="en-GB" sz="16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388919-A432-F751-47E6-D6EA051527F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2523050" y="2908505"/>
            <a:ext cx="4497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1F5658-21B0-9875-77CE-12CD4949255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996015" y="2908505"/>
            <a:ext cx="4831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AB04AA-DE54-5B34-B6D9-B7BA222C609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10175618" y="2908505"/>
            <a:ext cx="3451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474417-BFF3-D56E-F53B-BF3337E2D88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502420" y="2908505"/>
            <a:ext cx="6499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E007CDB-E267-9F5A-A38E-539036EA766B}"/>
              </a:ext>
            </a:extLst>
          </p:cNvPr>
          <p:cNvSpPr/>
          <p:nvPr/>
        </p:nvSpPr>
        <p:spPr>
          <a:xfrm>
            <a:off x="504625" y="3683205"/>
            <a:ext cx="2023244" cy="1347083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Well-Crafted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Domain-Specific Fine-Tuning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4E735AC-AE04-1524-572F-711F27269FDA}"/>
              </a:ext>
            </a:extLst>
          </p:cNvPr>
          <p:cNvSpPr/>
          <p:nvPr/>
        </p:nvSpPr>
        <p:spPr>
          <a:xfrm>
            <a:off x="2823161" y="3683205"/>
            <a:ext cx="2322464" cy="100288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Connects to verified knowledge bases and real-time data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3D5B0DC-4B4C-8AAF-CA10-0A0DA41CB9B7}"/>
              </a:ext>
            </a:extLst>
          </p:cNvPr>
          <p:cNvSpPr/>
          <p:nvPr/>
        </p:nvSpPr>
        <p:spPr>
          <a:xfrm>
            <a:off x="5279243" y="3683205"/>
            <a:ext cx="2433551" cy="127675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Automatically checks for factual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Consistency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Confidence Scoring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C55E4FD-C3B9-9FCA-2CFF-DAB1D9DBE0B7}"/>
              </a:ext>
            </a:extLst>
          </p:cNvPr>
          <p:cNvSpPr/>
          <p:nvPr/>
        </p:nvSpPr>
        <p:spPr>
          <a:xfrm>
            <a:off x="7950980" y="3683205"/>
            <a:ext cx="2433552" cy="1347085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Implements expert review for high-stakes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Gathers user feedback for improvement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CB0AB6-54E3-36E1-9F49-9F2AF8D36556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1511428" y="3295855"/>
            <a:ext cx="4819" cy="3873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99F464-EAFB-32E7-D2C1-6DE34CCEB133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>
            <a:off x="3984393" y="3295855"/>
            <a:ext cx="0" cy="3873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B7599DB-403D-3917-4EE9-A6D17C82B3F1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6490798" y="3295855"/>
            <a:ext cx="5221" cy="3873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2568AF-7C21-6D77-61ED-3F2F714DCA6D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>
            <a:off x="9163996" y="3295855"/>
            <a:ext cx="3760" cy="3873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69B05B3-5D3D-DFD0-C43E-015FCB6F93A9}"/>
              </a:ext>
            </a:extLst>
          </p:cNvPr>
          <p:cNvSpPr/>
          <p:nvPr/>
        </p:nvSpPr>
        <p:spPr>
          <a:xfrm>
            <a:off x="874790" y="1359105"/>
            <a:ext cx="1273276" cy="774700"/>
          </a:xfrm>
          <a:prstGeom prst="roundRect">
            <a:avLst/>
          </a:prstGeom>
          <a:solidFill>
            <a:srgbClr val="F1E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RAW INPUT</a:t>
            </a:r>
            <a:endParaRPr lang="en-GB" sz="1600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239CE40-6BCD-7463-E193-8AC9E8059E68}"/>
              </a:ext>
            </a:extLst>
          </p:cNvPr>
          <p:cNvCxnSpPr>
            <a:cxnSpLocks/>
            <a:stCxn id="56" idx="2"/>
            <a:endCxn id="2" idx="0"/>
          </p:cNvCxnSpPr>
          <p:nvPr/>
        </p:nvCxnSpPr>
        <p:spPr>
          <a:xfrm>
            <a:off x="1511428" y="2133805"/>
            <a:ext cx="0" cy="38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3519B3C-8C59-8168-10A3-B8409C3C6F14}"/>
              </a:ext>
            </a:extLst>
          </p:cNvPr>
          <p:cNvSpPr txBox="1"/>
          <p:nvPr/>
        </p:nvSpPr>
        <p:spPr>
          <a:xfrm>
            <a:off x="1080471" y="5671121"/>
            <a:ext cx="10307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No single layer is sufficient: </a:t>
            </a:r>
            <a:r>
              <a:rPr lang="en-IN" dirty="0"/>
              <a:t>All four layers must be used together for a robust defence against errors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0829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441f309-f9dd-4fb7-b425-6362240bffd0">
      <Terms xmlns="http://schemas.microsoft.com/office/infopath/2007/PartnerControls"/>
    </lcf76f155ced4ddcb4097134ff3c332f>
    <TaxCatchAll xmlns="256fc640-e0d3-4095-9316-7e6d23c1c238" xsi:nil="true"/>
    <_Flow_SignoffStatus xmlns="8441f309-f9dd-4fb7-b425-6362240bffd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E9354B96BDE44AAE8170B5E9891DE4" ma:contentTypeVersion="15" ma:contentTypeDescription="Create a new document." ma:contentTypeScope="" ma:versionID="fec924ab56e74c541cbccc47d8cb9dea">
  <xsd:schema xmlns:xsd="http://www.w3.org/2001/XMLSchema" xmlns:xs="http://www.w3.org/2001/XMLSchema" xmlns:p="http://schemas.microsoft.com/office/2006/metadata/properties" xmlns:ns2="8441f309-f9dd-4fb7-b425-6362240bffd0" xmlns:ns3="256fc640-e0d3-4095-9316-7e6d23c1c238" targetNamespace="http://schemas.microsoft.com/office/2006/metadata/properties" ma:root="true" ma:fieldsID="b26250b5f13492356dfa46ea11820f80" ns2:_="" ns3:_="">
    <xsd:import namespace="8441f309-f9dd-4fb7-b425-6362240bffd0"/>
    <xsd:import namespace="256fc640-e0d3-4095-9316-7e6d23c1c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1f309-f9dd-4fb7-b425-6362240bff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deba053-6a4e-4e58-aa7e-5a8bfe396c8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6fc640-e0d3-4095-9316-7e6d23c1c23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1be3215-3a61-4710-9088-a19993c263bc}" ma:internalName="TaxCatchAll" ma:showField="CatchAllData" ma:web="256fc640-e0d3-4095-9316-7e6d23c1c2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440569-7677-4A58-A185-FACE8F316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EDA814-B69E-4C16-A354-55F8F0799176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6df633a1-792e-4f8f-a17a-374002fa04ef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944B428-9880-490A-A11F-B7C7D816E450}"/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2423</Words>
  <Application>Microsoft Office PowerPoint</Application>
  <PresentationFormat>Widescreen</PresentationFormat>
  <Paragraphs>573</Paragraphs>
  <Slides>41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</vt:lpstr>
      <vt:lpstr>Arial</vt:lpstr>
      <vt:lpstr>Calibri</vt:lpstr>
      <vt:lpstr>Cambria Math</vt:lpstr>
      <vt:lpstr>Lato</vt:lpstr>
      <vt:lpstr>Wingdings</vt:lpstr>
      <vt:lpstr>Office Theme</vt:lpstr>
      <vt:lpstr>TCLayout.ActiveDocument.1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Bhattacharya</dc:creator>
  <cp:lastModifiedBy>Mansi Kunjam</cp:lastModifiedBy>
  <cp:revision>296</cp:revision>
  <dcterms:created xsi:type="dcterms:W3CDTF">2025-11-26T16:42:06Z</dcterms:created>
  <dcterms:modified xsi:type="dcterms:W3CDTF">2026-01-21T13:59:04Z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0x010100C7E9354B96BDE44AAE8170B5E9891DE4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